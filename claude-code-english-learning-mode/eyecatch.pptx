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528175" cy="4000500"/>
  <p:notesSz cx="4000500" cy="9528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5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od Relax" userId="6e4d3e54824fd230" providerId="LiveId" clId="{71BB8839-F055-4A3A-B224-534DC05D89B6}"/>
    <pc:docChg chg="modSld">
      <pc:chgData name="Good Relax" userId="6e4d3e54824fd230" providerId="LiveId" clId="{71BB8839-F055-4A3A-B224-534DC05D89B6}" dt="2026-03-14T14:47:02.183" v="17" actId="403"/>
      <pc:docMkLst>
        <pc:docMk/>
      </pc:docMkLst>
      <pc:sldChg chg="modSp mod">
        <pc:chgData name="Good Relax" userId="6e4d3e54824fd230" providerId="LiveId" clId="{71BB8839-F055-4A3A-B224-534DC05D89B6}" dt="2026-03-14T14:47:02.183" v="17" actId="403"/>
        <pc:sldMkLst>
          <pc:docMk/>
          <pc:sldMk cId="0" sldId="256"/>
        </pc:sldMkLst>
        <pc:spChg chg="mod">
          <ac:chgData name="Good Relax" userId="6e4d3e54824fd230" providerId="LiveId" clId="{71BB8839-F055-4A3A-B224-534DC05D89B6}" dt="2026-03-14T14:45:45.894" v="0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5:52.768" v="1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5:45.894" v="0" actId="25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5:45.894" v="0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20.858" v="8" actId="404"/>
          <ac:spMkLst>
            <pc:docMk/>
            <pc:sldMk cId="0" sldId="256"/>
            <ac:spMk id="17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7:02.183" v="17" actId="403"/>
          <ac:spMkLst>
            <pc:docMk/>
            <pc:sldMk cId="0" sldId="256"/>
            <ac:spMk id="23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24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25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26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27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28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29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30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32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33" creationId="{00000000-0000-0000-0000-000000000000}"/>
          </ac:spMkLst>
        </pc:spChg>
        <pc:spChg chg="mod">
          <ac:chgData name="Good Relax" userId="6e4d3e54824fd230" providerId="LiveId" clId="{71BB8839-F055-4A3A-B224-534DC05D89B6}" dt="2026-03-14T14:46:55.505" v="14" actId="404"/>
          <ac:spMkLst>
            <pc:docMk/>
            <pc:sldMk cId="0" sldId="256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24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905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457200" y="2926080"/>
            <a:ext cx="1828800" cy="18288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0" y="457200"/>
            <a:ext cx="164592" cy="16459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86800" y="3291840"/>
            <a:ext cx="118872" cy="118872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ja-JP" altLang="en-US" sz="3200"/>
          </a:p>
        </p:txBody>
      </p:sp>
      <p:sp>
        <p:nvSpPr>
          <p:cNvPr id="6" name="Shape 4"/>
          <p:cNvSpPr/>
          <p:nvPr/>
        </p:nvSpPr>
        <p:spPr>
          <a:xfrm>
            <a:off x="1097280" y="274320"/>
            <a:ext cx="91440" cy="91440"/>
          </a:xfrm>
          <a:prstGeom prst="ellipse">
            <a:avLst/>
          </a:prstGeom>
          <a:solidFill>
            <a:srgbClr val="8B5CF6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457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94360" y="475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I'd like to write </a:t>
            </a:r>
            <a:r>
              <a:rPr lang="en-US" sz="1600" b="1" u="sng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article about...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0C1A2E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777240" y="1371600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6B6D4">
              <a:alpha val="8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77240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article"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"an" before a vowel sound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1755648"/>
            <a:ext cx="3200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234440" y="1828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like to write </a:t>
            </a: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article about the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 skill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correct?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proceeds with task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365760"/>
            <a:ext cx="0" cy="320040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303520" y="4572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303520" y="457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English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30352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Prompting AI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5303520" y="2240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 skill that turns every prompt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mini English lesson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3520" y="306324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6B6D4">
              <a:alpha val="15000"/>
            </a:srgbClr>
          </a:solidFill>
          <a:ln w="9525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25" name="Text 23"/>
          <p:cNvSpPr/>
          <p:nvPr/>
        </p:nvSpPr>
        <p:spPr>
          <a:xfrm>
            <a:off x="5303520" y="30632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44184" y="3044952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144768" y="306324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28" name="Text 26"/>
          <p:cNvSpPr/>
          <p:nvPr/>
        </p:nvSpPr>
        <p:spPr>
          <a:xfrm>
            <a:off x="6144768" y="30632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85432" y="3044952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986016" y="306324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31" name="Text 29"/>
          <p:cNvSpPr/>
          <p:nvPr/>
        </p:nvSpPr>
        <p:spPr>
          <a:xfrm>
            <a:off x="6986016" y="30632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3044952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827264" y="306324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6B6D4">
              <a:alpha val="15000"/>
            </a:srgbClr>
          </a:solidFill>
          <a:ln w="9525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34" name="Text 32"/>
          <p:cNvSpPr/>
          <p:nvPr/>
        </p:nvSpPr>
        <p:spPr>
          <a:xfrm>
            <a:off x="7827264" y="30632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Execute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GoodRelax</cp:lastModifiedBy>
  <cp:revision>1</cp:revision>
  <dcterms:created xsi:type="dcterms:W3CDTF">2026-03-14T14:43:00Z</dcterms:created>
  <dcterms:modified xsi:type="dcterms:W3CDTF">2026-03-14T14:47:06Z</dcterms:modified>
</cp:coreProperties>
</file>