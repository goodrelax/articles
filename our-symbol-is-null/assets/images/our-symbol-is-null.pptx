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9" r:id="rId2"/>
    <p:sldId id="261" r:id="rId3"/>
    <p:sldId id="271" r:id="rId4"/>
    <p:sldId id="272" r:id="rId5"/>
    <p:sldId id="270" r:id="rId6"/>
    <p:sldId id="273" r:id="rId7"/>
    <p:sldId id="274" r:id="rId8"/>
    <p:sldId id="275" r:id="rId9"/>
    <p:sldId id="262" r:id="rId10"/>
    <p:sldId id="260" r:id="rId11"/>
    <p:sldId id="263" r:id="rId12"/>
    <p:sldId id="268" r:id="rId13"/>
    <p:sldId id="269" r:id="rId14"/>
    <p:sldId id="264" r:id="rId15"/>
    <p:sldId id="267" r:id="rId16"/>
    <p:sldId id="265" r:id="rId17"/>
    <p:sldId id="266" r:id="rId1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C0C0C0"/>
    <a:srgbClr val="F8F8F8"/>
    <a:srgbClr val="B2B2B2"/>
    <a:srgbClr val="808080"/>
    <a:srgbClr val="292929"/>
    <a:srgbClr val="FFFFFF"/>
    <a:srgbClr val="4D4D4D"/>
    <a:srgbClr val="333333"/>
    <a:srgbClr val="5F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E3C6FB-3C5E-4E0D-82FD-809EBB383F02}" v="106" dt="2026-02-15T06:26:50.1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720" autoAdjust="0"/>
  </p:normalViewPr>
  <p:slideViewPr>
    <p:cSldViewPr snapToGrid="0">
      <p:cViewPr>
        <p:scale>
          <a:sx n="150" d="100"/>
          <a:sy n="150" d="100"/>
        </p:scale>
        <p:origin x="-414" y="-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od Relax" userId="6e4d3e54824fd230" providerId="LiveId" clId="{71BB8839-F055-4A3A-B224-534DC05D89B6}"/>
    <pc:docChg chg="undo redo custSel addSld delSld modSld sldOrd">
      <pc:chgData name="Good Relax" userId="6e4d3e54824fd230" providerId="LiveId" clId="{71BB8839-F055-4A3A-B224-534DC05D89B6}" dt="2026-02-15T06:26:53.989" v="747" actId="1076"/>
      <pc:docMkLst>
        <pc:docMk/>
      </pc:docMkLst>
      <pc:sldChg chg="addSp modSp mod">
        <pc:chgData name="Good Relax" userId="6e4d3e54824fd230" providerId="LiveId" clId="{71BB8839-F055-4A3A-B224-534DC05D89B6}" dt="2026-02-14T10:24:07.958" v="142" actId="14100"/>
        <pc:sldMkLst>
          <pc:docMk/>
          <pc:sldMk cId="276401340" sldId="259"/>
        </pc:sldMkLst>
        <pc:spChg chg="add mod">
          <ac:chgData name="Good Relax" userId="6e4d3e54824fd230" providerId="LiveId" clId="{71BB8839-F055-4A3A-B224-534DC05D89B6}" dt="2026-02-14T10:24:07.958" v="142" actId="14100"/>
          <ac:spMkLst>
            <pc:docMk/>
            <pc:sldMk cId="276401340" sldId="259"/>
            <ac:spMk id="2" creationId="{11031BBE-5E6A-3AF1-6BCF-C3C63BDC8FA9}"/>
          </ac:spMkLst>
        </pc:spChg>
        <pc:spChg chg="add mod">
          <ac:chgData name="Good Relax" userId="6e4d3e54824fd230" providerId="LiveId" clId="{71BB8839-F055-4A3A-B224-534DC05D89B6}" dt="2026-02-14T10:24:05.170" v="141" actId="1076"/>
          <ac:spMkLst>
            <pc:docMk/>
            <pc:sldMk cId="276401340" sldId="259"/>
            <ac:spMk id="61" creationId="{D129D8FA-7EC1-F7EA-919A-6F95BE88C501}"/>
          </ac:spMkLst>
        </pc:spChg>
      </pc:sldChg>
      <pc:sldChg chg="ord">
        <pc:chgData name="Good Relax" userId="6e4d3e54824fd230" providerId="LiveId" clId="{71BB8839-F055-4A3A-B224-534DC05D89B6}" dt="2026-02-14T10:19:07.487" v="117"/>
        <pc:sldMkLst>
          <pc:docMk/>
          <pc:sldMk cId="3720064385" sldId="260"/>
        </pc:sldMkLst>
      </pc:sldChg>
      <pc:sldChg chg="addSp delSp modSp mod">
        <pc:chgData name="Good Relax" userId="6e4d3e54824fd230" providerId="LiveId" clId="{71BB8839-F055-4A3A-B224-534DC05D89B6}" dt="2026-02-14T10:32:07.353" v="157" actId="1076"/>
        <pc:sldMkLst>
          <pc:docMk/>
          <pc:sldMk cId="1049995444" sldId="261"/>
        </pc:sldMkLst>
        <pc:spChg chg="add mod">
          <ac:chgData name="Good Relax" userId="6e4d3e54824fd230" providerId="LiveId" clId="{71BB8839-F055-4A3A-B224-534DC05D89B6}" dt="2026-02-14T10:04:35.920" v="14" actId="1076"/>
          <ac:spMkLst>
            <pc:docMk/>
            <pc:sldMk cId="1049995444" sldId="261"/>
            <ac:spMk id="5" creationId="{3E84EA4F-8DCA-A22C-B493-AE65FF18E037}"/>
          </ac:spMkLst>
        </pc:spChg>
        <pc:spChg chg="mod">
          <ac:chgData name="Good Relax" userId="6e4d3e54824fd230" providerId="LiveId" clId="{71BB8839-F055-4A3A-B224-534DC05D89B6}" dt="2026-02-14T10:06:47.573" v="33" actId="1076"/>
          <ac:spMkLst>
            <pc:docMk/>
            <pc:sldMk cId="1049995444" sldId="261"/>
            <ac:spMk id="16" creationId="{475201FA-C74C-DCD3-C801-38CB89B2FBC0}"/>
          </ac:spMkLst>
        </pc:spChg>
        <pc:spChg chg="mod">
          <ac:chgData name="Good Relax" userId="6e4d3e54824fd230" providerId="LiveId" clId="{71BB8839-F055-4A3A-B224-534DC05D89B6}" dt="2026-02-14T10:06:47.573" v="33" actId="1076"/>
          <ac:spMkLst>
            <pc:docMk/>
            <pc:sldMk cId="1049995444" sldId="261"/>
            <ac:spMk id="17" creationId="{C23AF0D5-0941-BE2D-0817-D42CEF96C539}"/>
          </ac:spMkLst>
        </pc:spChg>
        <pc:spChg chg="mod">
          <ac:chgData name="Good Relax" userId="6e4d3e54824fd230" providerId="LiveId" clId="{71BB8839-F055-4A3A-B224-534DC05D89B6}" dt="2026-02-14T10:06:47.573" v="33" actId="1076"/>
          <ac:spMkLst>
            <pc:docMk/>
            <pc:sldMk cId="1049995444" sldId="261"/>
            <ac:spMk id="18" creationId="{485BE959-33FE-CFC6-A2DE-B3A22E8465E0}"/>
          </ac:spMkLst>
        </pc:spChg>
        <pc:spChg chg="mod">
          <ac:chgData name="Good Relax" userId="6e4d3e54824fd230" providerId="LiveId" clId="{71BB8839-F055-4A3A-B224-534DC05D89B6}" dt="2026-02-14T10:06:47.573" v="33" actId="1076"/>
          <ac:spMkLst>
            <pc:docMk/>
            <pc:sldMk cId="1049995444" sldId="261"/>
            <ac:spMk id="19" creationId="{B38EE2E5-14B2-DDDF-0A51-C7D68E40369C}"/>
          </ac:spMkLst>
        </pc:spChg>
        <pc:spChg chg="mod">
          <ac:chgData name="Good Relax" userId="6e4d3e54824fd230" providerId="LiveId" clId="{71BB8839-F055-4A3A-B224-534DC05D89B6}" dt="2026-02-14T10:04:24.779" v="12" actId="1076"/>
          <ac:spMkLst>
            <pc:docMk/>
            <pc:sldMk cId="1049995444" sldId="261"/>
            <ac:spMk id="20" creationId="{A7C06C2B-2399-E3F1-CF97-AFB54FF2E748}"/>
          </ac:spMkLst>
        </pc:spChg>
        <pc:spChg chg="mod">
          <ac:chgData name="Good Relax" userId="6e4d3e54824fd230" providerId="LiveId" clId="{71BB8839-F055-4A3A-B224-534DC05D89B6}" dt="2026-02-14T10:04:24.779" v="12" actId="1076"/>
          <ac:spMkLst>
            <pc:docMk/>
            <pc:sldMk cId="1049995444" sldId="261"/>
            <ac:spMk id="21" creationId="{13C36874-CC49-EB21-A96E-20B4F1C79A00}"/>
          </ac:spMkLst>
        </pc:spChg>
        <pc:spChg chg="mod">
          <ac:chgData name="Good Relax" userId="6e4d3e54824fd230" providerId="LiveId" clId="{71BB8839-F055-4A3A-B224-534DC05D89B6}" dt="2026-02-14T10:04:24.779" v="12" actId="1076"/>
          <ac:spMkLst>
            <pc:docMk/>
            <pc:sldMk cId="1049995444" sldId="261"/>
            <ac:spMk id="22" creationId="{665718FA-06F6-AD76-ED0B-1CA857DB54C9}"/>
          </ac:spMkLst>
        </pc:spChg>
        <pc:spChg chg="add mod">
          <ac:chgData name="Good Relax" userId="6e4d3e54824fd230" providerId="LiveId" clId="{71BB8839-F055-4A3A-B224-534DC05D89B6}" dt="2026-02-14T10:06:47.573" v="33" actId="1076"/>
          <ac:spMkLst>
            <pc:docMk/>
            <pc:sldMk cId="1049995444" sldId="261"/>
            <ac:spMk id="26" creationId="{14545933-425C-7619-7933-D5820E7E1B9C}"/>
          </ac:spMkLst>
        </pc:spChg>
        <pc:spChg chg="add mod">
          <ac:chgData name="Good Relax" userId="6e4d3e54824fd230" providerId="LiveId" clId="{71BB8839-F055-4A3A-B224-534DC05D89B6}" dt="2026-02-14T10:04:35.920" v="14" actId="1076"/>
          <ac:spMkLst>
            <pc:docMk/>
            <pc:sldMk cId="1049995444" sldId="261"/>
            <ac:spMk id="28" creationId="{E99AB6B4-794D-3868-6C17-F12603FE7C25}"/>
          </ac:spMkLst>
        </pc:spChg>
        <pc:spChg chg="add mod">
          <ac:chgData name="Good Relax" userId="6e4d3e54824fd230" providerId="LiveId" clId="{71BB8839-F055-4A3A-B224-534DC05D89B6}" dt="2026-02-14T10:06:47.573" v="33" actId="1076"/>
          <ac:spMkLst>
            <pc:docMk/>
            <pc:sldMk cId="1049995444" sldId="261"/>
            <ac:spMk id="34" creationId="{FE2F0C79-A317-BEC2-017C-F204B490D3E2}"/>
          </ac:spMkLst>
        </pc:spChg>
        <pc:spChg chg="mod">
          <ac:chgData name="Good Relax" userId="6e4d3e54824fd230" providerId="LiveId" clId="{71BB8839-F055-4A3A-B224-534DC05D89B6}" dt="2026-02-14T10:06:47.573" v="33" actId="1076"/>
          <ac:spMkLst>
            <pc:docMk/>
            <pc:sldMk cId="1049995444" sldId="261"/>
            <ac:spMk id="42" creationId="{F167B175-4E26-CC3A-12B6-FEE0CFB03F0D}"/>
          </ac:spMkLst>
        </pc:spChg>
        <pc:spChg chg="mod">
          <ac:chgData name="Good Relax" userId="6e4d3e54824fd230" providerId="LiveId" clId="{71BB8839-F055-4A3A-B224-534DC05D89B6}" dt="2026-02-14T10:06:47.573" v="33" actId="1076"/>
          <ac:spMkLst>
            <pc:docMk/>
            <pc:sldMk cId="1049995444" sldId="261"/>
            <ac:spMk id="43" creationId="{BE06452F-57FD-1608-5BB6-AB7D82EEA553}"/>
          </ac:spMkLst>
        </pc:spChg>
        <pc:spChg chg="add mod">
          <ac:chgData name="Good Relax" userId="6e4d3e54824fd230" providerId="LiveId" clId="{71BB8839-F055-4A3A-B224-534DC05D89B6}" dt="2026-02-14T10:04:35.920" v="14" actId="1076"/>
          <ac:spMkLst>
            <pc:docMk/>
            <pc:sldMk cId="1049995444" sldId="261"/>
            <ac:spMk id="44" creationId="{82EFDE97-7607-4835-04B5-45CFE5FE0835}"/>
          </ac:spMkLst>
        </pc:spChg>
        <pc:spChg chg="mod">
          <ac:chgData name="Good Relax" userId="6e4d3e54824fd230" providerId="LiveId" clId="{71BB8839-F055-4A3A-B224-534DC05D89B6}" dt="2026-02-14T10:06:47.573" v="33" actId="1076"/>
          <ac:spMkLst>
            <pc:docMk/>
            <pc:sldMk cId="1049995444" sldId="261"/>
            <ac:spMk id="47" creationId="{B0EA20BC-35AE-8E87-7F46-2AFA9ADFBB2B}"/>
          </ac:spMkLst>
        </pc:spChg>
        <pc:spChg chg="add mod">
          <ac:chgData name="Good Relax" userId="6e4d3e54824fd230" providerId="LiveId" clId="{71BB8839-F055-4A3A-B224-534DC05D89B6}" dt="2026-02-14T10:06:47.573" v="33" actId="1076"/>
          <ac:spMkLst>
            <pc:docMk/>
            <pc:sldMk cId="1049995444" sldId="261"/>
            <ac:spMk id="51" creationId="{0C106415-1484-625F-0D2F-443379D91633}"/>
          </ac:spMkLst>
        </pc:spChg>
        <pc:spChg chg="add mod">
          <ac:chgData name="Good Relax" userId="6e4d3e54824fd230" providerId="LiveId" clId="{71BB8839-F055-4A3A-B224-534DC05D89B6}" dt="2026-02-14T10:04:35.920" v="14" actId="1076"/>
          <ac:spMkLst>
            <pc:docMk/>
            <pc:sldMk cId="1049995444" sldId="261"/>
            <ac:spMk id="52" creationId="{39A98EEF-3FAD-70FB-120B-EEFCD0246F0B}"/>
          </ac:spMkLst>
        </pc:spChg>
        <pc:spChg chg="add mod">
          <ac:chgData name="Good Relax" userId="6e4d3e54824fd230" providerId="LiveId" clId="{71BB8839-F055-4A3A-B224-534DC05D89B6}" dt="2026-02-14T10:04:35.920" v="14" actId="1076"/>
          <ac:spMkLst>
            <pc:docMk/>
            <pc:sldMk cId="1049995444" sldId="261"/>
            <ac:spMk id="53" creationId="{97F5429B-C476-C693-0610-6088D875387E}"/>
          </ac:spMkLst>
        </pc:spChg>
        <pc:spChg chg="add mod">
          <ac:chgData name="Good Relax" userId="6e4d3e54824fd230" providerId="LiveId" clId="{71BB8839-F055-4A3A-B224-534DC05D89B6}" dt="2026-02-14T10:04:35.920" v="14" actId="1076"/>
          <ac:spMkLst>
            <pc:docMk/>
            <pc:sldMk cId="1049995444" sldId="261"/>
            <ac:spMk id="54" creationId="{346D7564-1A21-3B0B-27F4-75FFCC2E21B7}"/>
          </ac:spMkLst>
        </pc:spChg>
        <pc:spChg chg="add mod">
          <ac:chgData name="Good Relax" userId="6e4d3e54824fd230" providerId="LiveId" clId="{71BB8839-F055-4A3A-B224-534DC05D89B6}" dt="2026-02-14T10:04:35.920" v="14" actId="1076"/>
          <ac:spMkLst>
            <pc:docMk/>
            <pc:sldMk cId="1049995444" sldId="261"/>
            <ac:spMk id="55" creationId="{C5489812-62B8-C4B9-22A3-572BF10B1677}"/>
          </ac:spMkLst>
        </pc:spChg>
        <pc:spChg chg="add mod">
          <ac:chgData name="Good Relax" userId="6e4d3e54824fd230" providerId="LiveId" clId="{71BB8839-F055-4A3A-B224-534DC05D89B6}" dt="2026-02-14T10:32:07.353" v="157" actId="1076"/>
          <ac:spMkLst>
            <pc:docMk/>
            <pc:sldMk cId="1049995444" sldId="261"/>
            <ac:spMk id="56" creationId="{FB7E6833-3EE8-26AB-725B-76CC29F09765}"/>
          </ac:spMkLst>
        </pc:spChg>
        <pc:spChg chg="add del">
          <ac:chgData name="Good Relax" userId="6e4d3e54824fd230" providerId="LiveId" clId="{71BB8839-F055-4A3A-B224-534DC05D89B6}" dt="2026-02-14T10:05:51.320" v="22" actId="22"/>
          <ac:spMkLst>
            <pc:docMk/>
            <pc:sldMk cId="1049995444" sldId="261"/>
            <ac:spMk id="58" creationId="{0CBA7460-66B9-C465-33E7-E1B608E1FDD3}"/>
          </ac:spMkLst>
        </pc:spChg>
        <pc:spChg chg="add mod">
          <ac:chgData name="Good Relax" userId="6e4d3e54824fd230" providerId="LiveId" clId="{71BB8839-F055-4A3A-B224-534DC05D89B6}" dt="2026-02-14T10:32:07.353" v="157" actId="1076"/>
          <ac:spMkLst>
            <pc:docMk/>
            <pc:sldMk cId="1049995444" sldId="261"/>
            <ac:spMk id="59" creationId="{14284329-0A6E-9577-30F3-DA87C23712D0}"/>
          </ac:spMkLst>
        </pc:spChg>
        <pc:spChg chg="add mod">
          <ac:chgData name="Good Relax" userId="6e4d3e54824fd230" providerId="LiveId" clId="{71BB8839-F055-4A3A-B224-534DC05D89B6}" dt="2026-02-14T10:32:07.353" v="157" actId="1076"/>
          <ac:spMkLst>
            <pc:docMk/>
            <pc:sldMk cId="1049995444" sldId="261"/>
            <ac:spMk id="60" creationId="{434AF045-4E22-2CCD-DEA7-CDCB157AAB6D}"/>
          </ac:spMkLst>
        </pc:spChg>
        <pc:spChg chg="add del mod">
          <ac:chgData name="Good Relax" userId="6e4d3e54824fd230" providerId="LiveId" clId="{71BB8839-F055-4A3A-B224-534DC05D89B6}" dt="2026-02-14T10:09:39.838" v="38" actId="21"/>
          <ac:spMkLst>
            <pc:docMk/>
            <pc:sldMk cId="1049995444" sldId="261"/>
            <ac:spMk id="61" creationId="{D129D8FA-7EC1-F7EA-919A-6F95BE88C501}"/>
          </ac:spMkLst>
        </pc:spChg>
      </pc:sldChg>
      <pc:sldChg chg="addSp modSp mod">
        <pc:chgData name="Good Relax" userId="6e4d3e54824fd230" providerId="LiveId" clId="{71BB8839-F055-4A3A-B224-534DC05D89B6}" dt="2026-02-14T10:14:08.238" v="60" actId="164"/>
        <pc:sldMkLst>
          <pc:docMk/>
          <pc:sldMk cId="1539860858" sldId="262"/>
        </pc:sldMkLst>
        <pc:spChg chg="add mod">
          <ac:chgData name="Good Relax" userId="6e4d3e54824fd230" providerId="LiveId" clId="{71BB8839-F055-4A3A-B224-534DC05D89B6}" dt="2026-02-14T10:14:08.238" v="60" actId="164"/>
          <ac:spMkLst>
            <pc:docMk/>
            <pc:sldMk cId="1539860858" sldId="262"/>
            <ac:spMk id="2" creationId="{67EAF557-2D60-FB57-457C-91335CA99B93}"/>
          </ac:spMkLst>
        </pc:spChg>
        <pc:spChg chg="mod">
          <ac:chgData name="Good Relax" userId="6e4d3e54824fd230" providerId="LiveId" clId="{71BB8839-F055-4A3A-B224-534DC05D89B6}" dt="2026-02-14T10:14:08.238" v="60" actId="164"/>
          <ac:spMkLst>
            <pc:docMk/>
            <pc:sldMk cId="1539860858" sldId="262"/>
            <ac:spMk id="6" creationId="{AD39E063-F790-60A9-0003-949CC771D28C}"/>
          </ac:spMkLst>
        </pc:spChg>
        <pc:spChg chg="mod">
          <ac:chgData name="Good Relax" userId="6e4d3e54824fd230" providerId="LiveId" clId="{71BB8839-F055-4A3A-B224-534DC05D89B6}" dt="2026-02-14T10:14:08.238" v="60" actId="164"/>
          <ac:spMkLst>
            <pc:docMk/>
            <pc:sldMk cId="1539860858" sldId="262"/>
            <ac:spMk id="9" creationId="{ABAFC550-6CC7-D4F5-89DA-652833C1BE30}"/>
          </ac:spMkLst>
        </pc:spChg>
        <pc:spChg chg="mod">
          <ac:chgData name="Good Relax" userId="6e4d3e54824fd230" providerId="LiveId" clId="{71BB8839-F055-4A3A-B224-534DC05D89B6}" dt="2026-02-14T10:14:08.238" v="60" actId="164"/>
          <ac:spMkLst>
            <pc:docMk/>
            <pc:sldMk cId="1539860858" sldId="262"/>
            <ac:spMk id="10" creationId="{0080F3A1-4775-B911-62FD-28339D2A4990}"/>
          </ac:spMkLst>
        </pc:spChg>
        <pc:spChg chg="mod">
          <ac:chgData name="Good Relax" userId="6e4d3e54824fd230" providerId="LiveId" clId="{71BB8839-F055-4A3A-B224-534DC05D89B6}" dt="2026-02-14T10:14:08.238" v="60" actId="164"/>
          <ac:spMkLst>
            <pc:docMk/>
            <pc:sldMk cId="1539860858" sldId="262"/>
            <ac:spMk id="15" creationId="{924FB86A-E5B0-0D8D-85BF-7C7E5A022F8D}"/>
          </ac:spMkLst>
        </pc:spChg>
        <pc:spChg chg="mod">
          <ac:chgData name="Good Relax" userId="6e4d3e54824fd230" providerId="LiveId" clId="{71BB8839-F055-4A3A-B224-534DC05D89B6}" dt="2026-02-14T10:14:08.238" v="60" actId="164"/>
          <ac:spMkLst>
            <pc:docMk/>
            <pc:sldMk cId="1539860858" sldId="262"/>
            <ac:spMk id="19" creationId="{723AEE02-D220-77F1-7B1C-AE307878EFDA}"/>
          </ac:spMkLst>
        </pc:spChg>
        <pc:spChg chg="mod">
          <ac:chgData name="Good Relax" userId="6e4d3e54824fd230" providerId="LiveId" clId="{71BB8839-F055-4A3A-B224-534DC05D89B6}" dt="2026-02-14T10:14:08.238" v="60" actId="164"/>
          <ac:spMkLst>
            <pc:docMk/>
            <pc:sldMk cId="1539860858" sldId="262"/>
            <ac:spMk id="21" creationId="{20CB673F-C2DB-BB8A-A5DF-BA717D21339A}"/>
          </ac:spMkLst>
        </pc:spChg>
        <pc:spChg chg="mod">
          <ac:chgData name="Good Relax" userId="6e4d3e54824fd230" providerId="LiveId" clId="{71BB8839-F055-4A3A-B224-534DC05D89B6}" dt="2026-02-14T10:14:08.238" v="60" actId="164"/>
          <ac:spMkLst>
            <pc:docMk/>
            <pc:sldMk cId="1539860858" sldId="262"/>
            <ac:spMk id="22" creationId="{0A5732DC-EA3C-CE38-9CD5-DB3C7FF930BE}"/>
          </ac:spMkLst>
        </pc:spChg>
        <pc:spChg chg="mod">
          <ac:chgData name="Good Relax" userId="6e4d3e54824fd230" providerId="LiveId" clId="{71BB8839-F055-4A3A-B224-534DC05D89B6}" dt="2026-02-14T10:14:08.238" v="60" actId="164"/>
          <ac:spMkLst>
            <pc:docMk/>
            <pc:sldMk cId="1539860858" sldId="262"/>
            <ac:spMk id="86" creationId="{13DE6AAA-18E1-9268-7FF6-9BA1DE517EAC}"/>
          </ac:spMkLst>
        </pc:spChg>
        <pc:spChg chg="mod">
          <ac:chgData name="Good Relax" userId="6e4d3e54824fd230" providerId="LiveId" clId="{71BB8839-F055-4A3A-B224-534DC05D89B6}" dt="2026-02-14T10:14:08.238" v="60" actId="164"/>
          <ac:spMkLst>
            <pc:docMk/>
            <pc:sldMk cId="1539860858" sldId="262"/>
            <ac:spMk id="98" creationId="{D107334E-3317-C80F-FEA5-EDFC95C96F91}"/>
          </ac:spMkLst>
        </pc:spChg>
      </pc:sldChg>
      <pc:sldChg chg="addSp modSp">
        <pc:chgData name="Good Relax" userId="6e4d3e54824fd230" providerId="LiveId" clId="{71BB8839-F055-4A3A-B224-534DC05D89B6}" dt="2026-02-14T10:14:04.318" v="59" actId="164"/>
        <pc:sldMkLst>
          <pc:docMk/>
          <pc:sldMk cId="1256408348" sldId="263"/>
        </pc:sldMkLst>
        <pc:spChg chg="add mod">
          <ac:chgData name="Good Relax" userId="6e4d3e54824fd230" providerId="LiveId" clId="{71BB8839-F055-4A3A-B224-534DC05D89B6}" dt="2026-02-14T10:14:04.318" v="59" actId="164"/>
          <ac:spMkLst>
            <pc:docMk/>
            <pc:sldMk cId="1256408348" sldId="263"/>
            <ac:spMk id="2" creationId="{98804517-7078-C592-A036-D5DD75D5D451}"/>
          </ac:spMkLst>
        </pc:spChg>
        <pc:spChg chg="mod">
          <ac:chgData name="Good Relax" userId="6e4d3e54824fd230" providerId="LiveId" clId="{71BB8839-F055-4A3A-B224-534DC05D89B6}" dt="2026-02-14T10:14:04.318" v="59" actId="164"/>
          <ac:spMkLst>
            <pc:docMk/>
            <pc:sldMk cId="1256408348" sldId="263"/>
            <ac:spMk id="3" creationId="{FDE651B6-BA99-4BAE-8EA9-669661934F10}"/>
          </ac:spMkLst>
        </pc:spChg>
        <pc:spChg chg="mod">
          <ac:chgData name="Good Relax" userId="6e4d3e54824fd230" providerId="LiveId" clId="{71BB8839-F055-4A3A-B224-534DC05D89B6}" dt="2026-02-14T10:14:04.318" v="59" actId="164"/>
          <ac:spMkLst>
            <pc:docMk/>
            <pc:sldMk cId="1256408348" sldId="263"/>
            <ac:spMk id="5" creationId="{0D5867D2-0903-D1B0-D3C2-FD4F2BE4621C}"/>
          </ac:spMkLst>
        </pc:spChg>
        <pc:spChg chg="mod">
          <ac:chgData name="Good Relax" userId="6e4d3e54824fd230" providerId="LiveId" clId="{71BB8839-F055-4A3A-B224-534DC05D89B6}" dt="2026-02-14T10:14:04.318" v="59" actId="164"/>
          <ac:spMkLst>
            <pc:docMk/>
            <pc:sldMk cId="1256408348" sldId="263"/>
            <ac:spMk id="8" creationId="{94DBFE1E-6F39-4708-4854-4847FD63422D}"/>
          </ac:spMkLst>
        </pc:spChg>
        <pc:spChg chg="mod">
          <ac:chgData name="Good Relax" userId="6e4d3e54824fd230" providerId="LiveId" clId="{71BB8839-F055-4A3A-B224-534DC05D89B6}" dt="2026-02-14T10:14:04.318" v="59" actId="164"/>
          <ac:spMkLst>
            <pc:docMk/>
            <pc:sldMk cId="1256408348" sldId="263"/>
            <ac:spMk id="10" creationId="{CF836E4C-CDFD-A1EC-19FD-6C6979DF4CA4}"/>
          </ac:spMkLst>
        </pc:spChg>
        <pc:spChg chg="mod">
          <ac:chgData name="Good Relax" userId="6e4d3e54824fd230" providerId="LiveId" clId="{71BB8839-F055-4A3A-B224-534DC05D89B6}" dt="2026-02-14T10:14:04.318" v="59" actId="164"/>
          <ac:spMkLst>
            <pc:docMk/>
            <pc:sldMk cId="1256408348" sldId="263"/>
            <ac:spMk id="20" creationId="{A10F9F33-68AA-A026-6050-F04FBE840EA8}"/>
          </ac:spMkLst>
        </pc:spChg>
        <pc:spChg chg="mod">
          <ac:chgData name="Good Relax" userId="6e4d3e54824fd230" providerId="LiveId" clId="{71BB8839-F055-4A3A-B224-534DC05D89B6}" dt="2026-02-14T10:14:04.318" v="59" actId="164"/>
          <ac:spMkLst>
            <pc:docMk/>
            <pc:sldMk cId="1256408348" sldId="263"/>
            <ac:spMk id="21" creationId="{938991A2-B98D-0786-8E02-521C9B90C675}"/>
          </ac:spMkLst>
        </pc:spChg>
        <pc:spChg chg="mod">
          <ac:chgData name="Good Relax" userId="6e4d3e54824fd230" providerId="LiveId" clId="{71BB8839-F055-4A3A-B224-534DC05D89B6}" dt="2026-02-14T10:14:04.318" v="59" actId="164"/>
          <ac:spMkLst>
            <pc:docMk/>
            <pc:sldMk cId="1256408348" sldId="263"/>
            <ac:spMk id="22" creationId="{CE68CD0A-9E41-A4A6-3E5B-0C045B6E99D9}"/>
          </ac:spMkLst>
        </pc:spChg>
        <pc:spChg chg="mod">
          <ac:chgData name="Good Relax" userId="6e4d3e54824fd230" providerId="LiveId" clId="{71BB8839-F055-4A3A-B224-534DC05D89B6}" dt="2026-02-14T10:14:04.318" v="59" actId="164"/>
          <ac:spMkLst>
            <pc:docMk/>
            <pc:sldMk cId="1256408348" sldId="263"/>
            <ac:spMk id="85" creationId="{DF065DA1-0ACB-2221-07AF-867C4339DC8A}"/>
          </ac:spMkLst>
        </pc:spChg>
        <pc:spChg chg="mod">
          <ac:chgData name="Good Relax" userId="6e4d3e54824fd230" providerId="LiveId" clId="{71BB8839-F055-4A3A-B224-534DC05D89B6}" dt="2026-02-14T10:14:04.318" v="59" actId="164"/>
          <ac:spMkLst>
            <pc:docMk/>
            <pc:sldMk cId="1256408348" sldId="263"/>
            <ac:spMk id="87" creationId="{D68592CF-1C9E-6011-CEBD-97ED2480BC60}"/>
          </ac:spMkLst>
        </pc:spChg>
      </pc:sldChg>
      <pc:sldChg chg="addSp modSp">
        <pc:chgData name="Good Relax" userId="6e4d3e54824fd230" providerId="LiveId" clId="{71BB8839-F055-4A3A-B224-534DC05D89B6}" dt="2026-02-14T10:31:37.474" v="150" actId="164"/>
        <pc:sldMkLst>
          <pc:docMk/>
          <pc:sldMk cId="1814607387" sldId="268"/>
        </pc:sldMkLst>
        <pc:spChg chg="mod">
          <ac:chgData name="Good Relax" userId="6e4d3e54824fd230" providerId="LiveId" clId="{71BB8839-F055-4A3A-B224-534DC05D89B6}" dt="2026-02-14T10:31:37.474" v="150" actId="164"/>
          <ac:spMkLst>
            <pc:docMk/>
            <pc:sldMk cId="1814607387" sldId="268"/>
            <ac:spMk id="7" creationId="{20030A12-2BAD-5892-B789-07E641661E65}"/>
          </ac:spMkLst>
        </pc:spChg>
        <pc:spChg chg="mod">
          <ac:chgData name="Good Relax" userId="6e4d3e54824fd230" providerId="LiveId" clId="{71BB8839-F055-4A3A-B224-534DC05D89B6}" dt="2026-02-14T10:31:37.474" v="150" actId="164"/>
          <ac:spMkLst>
            <pc:docMk/>
            <pc:sldMk cId="1814607387" sldId="268"/>
            <ac:spMk id="16" creationId="{3F64210F-9585-F976-EB3B-A6E93255FF12}"/>
          </ac:spMkLst>
        </pc:spChg>
        <pc:spChg chg="mod">
          <ac:chgData name="Good Relax" userId="6e4d3e54824fd230" providerId="LiveId" clId="{71BB8839-F055-4A3A-B224-534DC05D89B6}" dt="2026-02-14T10:31:37.474" v="150" actId="164"/>
          <ac:spMkLst>
            <pc:docMk/>
            <pc:sldMk cId="1814607387" sldId="268"/>
            <ac:spMk id="18" creationId="{2C03FF92-F80E-B6D8-E037-F2DEC487402C}"/>
          </ac:spMkLst>
        </pc:spChg>
        <pc:spChg chg="mod">
          <ac:chgData name="Good Relax" userId="6e4d3e54824fd230" providerId="LiveId" clId="{71BB8839-F055-4A3A-B224-534DC05D89B6}" dt="2026-02-14T10:31:37.474" v="150" actId="164"/>
          <ac:spMkLst>
            <pc:docMk/>
            <pc:sldMk cId="1814607387" sldId="268"/>
            <ac:spMk id="19" creationId="{9528657A-56B3-FEA5-0C25-9864616FE200}"/>
          </ac:spMkLst>
        </pc:spChg>
        <pc:spChg chg="mod">
          <ac:chgData name="Good Relax" userId="6e4d3e54824fd230" providerId="LiveId" clId="{71BB8839-F055-4A3A-B224-534DC05D89B6}" dt="2026-02-14T10:31:37.474" v="150" actId="164"/>
          <ac:spMkLst>
            <pc:docMk/>
            <pc:sldMk cId="1814607387" sldId="268"/>
            <ac:spMk id="21" creationId="{EAB5D26F-3C38-825E-B3F4-6161998DE106}"/>
          </ac:spMkLst>
        </pc:spChg>
        <pc:spChg chg="mod">
          <ac:chgData name="Good Relax" userId="6e4d3e54824fd230" providerId="LiveId" clId="{71BB8839-F055-4A3A-B224-534DC05D89B6}" dt="2026-02-14T10:31:37.474" v="150" actId="164"/>
          <ac:spMkLst>
            <pc:docMk/>
            <pc:sldMk cId="1814607387" sldId="268"/>
            <ac:spMk id="22" creationId="{C1CF567C-908D-D116-C2F9-6C64A866CF96}"/>
          </ac:spMkLst>
        </pc:spChg>
        <pc:spChg chg="mod">
          <ac:chgData name="Good Relax" userId="6e4d3e54824fd230" providerId="LiveId" clId="{71BB8839-F055-4A3A-B224-534DC05D89B6}" dt="2026-02-14T10:31:37.474" v="150" actId="164"/>
          <ac:spMkLst>
            <pc:docMk/>
            <pc:sldMk cId="1814607387" sldId="268"/>
            <ac:spMk id="23" creationId="{49129E26-25D7-221B-3FF7-EB0C5C8B8163}"/>
          </ac:spMkLst>
        </pc:spChg>
        <pc:spChg chg="mod">
          <ac:chgData name="Good Relax" userId="6e4d3e54824fd230" providerId="LiveId" clId="{71BB8839-F055-4A3A-B224-534DC05D89B6}" dt="2026-02-14T10:31:37.474" v="150" actId="164"/>
          <ac:spMkLst>
            <pc:docMk/>
            <pc:sldMk cId="1814607387" sldId="268"/>
            <ac:spMk id="27" creationId="{4CB44EEC-E66A-FB79-0FAC-DB1DF2586ED9}"/>
          </ac:spMkLst>
        </pc:spChg>
        <pc:spChg chg="mod">
          <ac:chgData name="Good Relax" userId="6e4d3e54824fd230" providerId="LiveId" clId="{71BB8839-F055-4A3A-B224-534DC05D89B6}" dt="2026-02-14T10:31:37.474" v="150" actId="164"/>
          <ac:spMkLst>
            <pc:docMk/>
            <pc:sldMk cId="1814607387" sldId="268"/>
            <ac:spMk id="33" creationId="{FAC63DA9-DEA3-B611-DF4D-192A6CC4B7E0}"/>
          </ac:spMkLst>
        </pc:spChg>
        <pc:spChg chg="mod">
          <ac:chgData name="Good Relax" userId="6e4d3e54824fd230" providerId="LiveId" clId="{71BB8839-F055-4A3A-B224-534DC05D89B6}" dt="2026-02-14T10:31:37.474" v="150" actId="164"/>
          <ac:spMkLst>
            <pc:docMk/>
            <pc:sldMk cId="1814607387" sldId="268"/>
            <ac:spMk id="34" creationId="{09D68C1F-8655-3AD5-7275-EA5BCCB1F0F4}"/>
          </ac:spMkLst>
        </pc:spChg>
      </pc:sldChg>
      <pc:sldChg chg="addSp modSp">
        <pc:chgData name="Good Relax" userId="6e4d3e54824fd230" providerId="LiveId" clId="{71BB8839-F055-4A3A-B224-534DC05D89B6}" dt="2026-02-14T10:31:43.255" v="151" actId="164"/>
        <pc:sldMkLst>
          <pc:docMk/>
          <pc:sldMk cId="1064576250" sldId="269"/>
        </pc:sldMkLst>
        <pc:spChg chg="mod">
          <ac:chgData name="Good Relax" userId="6e4d3e54824fd230" providerId="LiveId" clId="{71BB8839-F055-4A3A-B224-534DC05D89B6}" dt="2026-02-14T10:31:43.255" v="151" actId="164"/>
          <ac:spMkLst>
            <pc:docMk/>
            <pc:sldMk cId="1064576250" sldId="269"/>
            <ac:spMk id="41" creationId="{E6BCCF9A-493A-3820-7F25-79308AB3E291}"/>
          </ac:spMkLst>
        </pc:spChg>
        <pc:spChg chg="mod">
          <ac:chgData name="Good Relax" userId="6e4d3e54824fd230" providerId="LiveId" clId="{71BB8839-F055-4A3A-B224-534DC05D89B6}" dt="2026-02-14T10:31:43.255" v="151" actId="164"/>
          <ac:spMkLst>
            <pc:docMk/>
            <pc:sldMk cId="1064576250" sldId="269"/>
            <ac:spMk id="42" creationId="{BC201D8C-F20F-0CD9-A754-396C274520DB}"/>
          </ac:spMkLst>
        </pc:spChg>
        <pc:grpChg chg="add mod">
          <ac:chgData name="Good Relax" userId="6e4d3e54824fd230" providerId="LiveId" clId="{71BB8839-F055-4A3A-B224-534DC05D89B6}" dt="2026-02-14T10:31:43.255" v="151" actId="164"/>
          <ac:grpSpMkLst>
            <pc:docMk/>
            <pc:sldMk cId="1064576250" sldId="269"/>
            <ac:grpSpMk id="2" creationId="{57BA2ECE-973C-37DE-A761-11BD09FA50A7}"/>
          </ac:grpSpMkLst>
        </pc:grpChg>
        <pc:grpChg chg="mod">
          <ac:chgData name="Good Relax" userId="6e4d3e54824fd230" providerId="LiveId" clId="{71BB8839-F055-4A3A-B224-534DC05D89B6}" dt="2026-02-14T10:31:43.255" v="151" actId="164"/>
          <ac:grpSpMkLst>
            <pc:docMk/>
            <pc:sldMk cId="1064576250" sldId="269"/>
            <ac:grpSpMk id="44" creationId="{E6AC6FBE-7B82-C5B5-4C1F-F61E1A959FCA}"/>
          </ac:grpSpMkLst>
        </pc:grpChg>
        <pc:grpChg chg="mod">
          <ac:chgData name="Good Relax" userId="6e4d3e54824fd230" providerId="LiveId" clId="{71BB8839-F055-4A3A-B224-534DC05D89B6}" dt="2026-02-14T10:31:43.255" v="151" actId="164"/>
          <ac:grpSpMkLst>
            <pc:docMk/>
            <pc:sldMk cId="1064576250" sldId="269"/>
            <ac:grpSpMk id="63" creationId="{92192812-C0E1-B047-046A-88256A281108}"/>
          </ac:grpSpMkLst>
        </pc:grpChg>
        <pc:grpChg chg="mod">
          <ac:chgData name="Good Relax" userId="6e4d3e54824fd230" providerId="LiveId" clId="{71BB8839-F055-4A3A-B224-534DC05D89B6}" dt="2026-02-14T10:31:43.255" v="151" actId="164"/>
          <ac:grpSpMkLst>
            <pc:docMk/>
            <pc:sldMk cId="1064576250" sldId="269"/>
            <ac:grpSpMk id="78" creationId="{E1851EB8-0D3F-4BA4-B965-EEEB42590A2F}"/>
          </ac:grpSpMkLst>
        </pc:grpChg>
      </pc:sldChg>
      <pc:sldChg chg="addSp delSp modSp mod ord">
        <pc:chgData name="Good Relax" userId="6e4d3e54824fd230" providerId="LiveId" clId="{71BB8839-F055-4A3A-B224-534DC05D89B6}" dt="2026-02-14T11:20:21.451" v="539" actId="1076"/>
        <pc:sldMkLst>
          <pc:docMk/>
          <pc:sldMk cId="2400206758" sldId="270"/>
        </pc:sldMkLst>
        <pc:spChg chg="mod">
          <ac:chgData name="Good Relax" userId="6e4d3e54824fd230" providerId="LiveId" clId="{71BB8839-F055-4A3A-B224-534DC05D89B6}" dt="2026-02-14T10:46:10.645" v="219"/>
          <ac:spMkLst>
            <pc:docMk/>
            <pc:sldMk cId="2400206758" sldId="270"/>
            <ac:spMk id="3" creationId="{9EBEAF62-F108-BADB-F672-4CD6BEA47667}"/>
          </ac:spMkLst>
        </pc:spChg>
        <pc:spChg chg="mod">
          <ac:chgData name="Good Relax" userId="6e4d3e54824fd230" providerId="LiveId" clId="{71BB8839-F055-4A3A-B224-534DC05D89B6}" dt="2026-02-14T10:46:10.645" v="219"/>
          <ac:spMkLst>
            <pc:docMk/>
            <pc:sldMk cId="2400206758" sldId="270"/>
            <ac:spMk id="5" creationId="{D8AD3689-6B6B-5A13-AF69-11303453E810}"/>
          </ac:spMkLst>
        </pc:spChg>
        <pc:spChg chg="mod">
          <ac:chgData name="Good Relax" userId="6e4d3e54824fd230" providerId="LiveId" clId="{71BB8839-F055-4A3A-B224-534DC05D89B6}" dt="2026-02-14T10:46:10.645" v="219"/>
          <ac:spMkLst>
            <pc:docMk/>
            <pc:sldMk cId="2400206758" sldId="270"/>
            <ac:spMk id="6" creationId="{E342606B-AF68-EAC7-F44E-C2B1ADD65084}"/>
          </ac:spMkLst>
        </pc:spChg>
        <pc:spChg chg="mod">
          <ac:chgData name="Good Relax" userId="6e4d3e54824fd230" providerId="LiveId" clId="{71BB8839-F055-4A3A-B224-534DC05D89B6}" dt="2026-02-14T10:49:27.177" v="251" actId="1076"/>
          <ac:spMkLst>
            <pc:docMk/>
            <pc:sldMk cId="2400206758" sldId="270"/>
            <ac:spMk id="9" creationId="{151899C8-8EBB-B58D-CCC3-D2C32407E1F9}"/>
          </ac:spMkLst>
        </pc:spChg>
        <pc:spChg chg="mod">
          <ac:chgData name="Good Relax" userId="6e4d3e54824fd230" providerId="LiveId" clId="{71BB8839-F055-4A3A-B224-534DC05D89B6}" dt="2026-02-14T11:20:21.451" v="539" actId="1076"/>
          <ac:spMkLst>
            <pc:docMk/>
            <pc:sldMk cId="2400206758" sldId="270"/>
            <ac:spMk id="10" creationId="{0C2442DD-E093-340E-C284-1349EFAC6D7C}"/>
          </ac:spMkLst>
        </pc:spChg>
        <pc:spChg chg="mod topLvl">
          <ac:chgData name="Good Relax" userId="6e4d3e54824fd230" providerId="LiveId" clId="{71BB8839-F055-4A3A-B224-534DC05D89B6}" dt="2026-02-14T11:20:21.451" v="539" actId="1076"/>
          <ac:spMkLst>
            <pc:docMk/>
            <pc:sldMk cId="2400206758" sldId="270"/>
            <ac:spMk id="11" creationId="{2F435D70-DB70-5D3D-F927-3D76572988D1}"/>
          </ac:spMkLst>
        </pc:spChg>
        <pc:spChg chg="mod topLvl">
          <ac:chgData name="Good Relax" userId="6e4d3e54824fd230" providerId="LiveId" clId="{71BB8839-F055-4A3A-B224-534DC05D89B6}" dt="2026-02-14T11:20:21.451" v="539" actId="1076"/>
          <ac:spMkLst>
            <pc:docMk/>
            <pc:sldMk cId="2400206758" sldId="270"/>
            <ac:spMk id="12" creationId="{B121E6E1-9E7B-E368-BCCE-7A5EA231513B}"/>
          </ac:spMkLst>
        </pc:spChg>
        <pc:spChg chg="mod">
          <ac:chgData name="Good Relax" userId="6e4d3e54824fd230" providerId="LiveId" clId="{71BB8839-F055-4A3A-B224-534DC05D89B6}" dt="2026-02-14T11:20:21.451" v="539" actId="1076"/>
          <ac:spMkLst>
            <pc:docMk/>
            <pc:sldMk cId="2400206758" sldId="270"/>
            <ac:spMk id="14" creationId="{021E2B66-1E1A-D8FF-F3BC-39DBDD214234}"/>
          </ac:spMkLst>
        </pc:spChg>
        <pc:spChg chg="mod">
          <ac:chgData name="Good Relax" userId="6e4d3e54824fd230" providerId="LiveId" clId="{71BB8839-F055-4A3A-B224-534DC05D89B6}" dt="2026-02-14T11:20:21.451" v="539" actId="1076"/>
          <ac:spMkLst>
            <pc:docMk/>
            <pc:sldMk cId="2400206758" sldId="270"/>
            <ac:spMk id="15" creationId="{249695B8-CDCB-840C-B8E4-99F989C134BF}"/>
          </ac:spMkLst>
        </pc:spChg>
        <pc:spChg chg="mod">
          <ac:chgData name="Good Relax" userId="6e4d3e54824fd230" providerId="LiveId" clId="{71BB8839-F055-4A3A-B224-534DC05D89B6}" dt="2026-02-14T11:20:21.451" v="539" actId="1076"/>
          <ac:spMkLst>
            <pc:docMk/>
            <pc:sldMk cId="2400206758" sldId="270"/>
            <ac:spMk id="16" creationId="{DD777128-5967-0172-FA94-0F511E4513EA}"/>
          </ac:spMkLst>
        </pc:spChg>
        <pc:spChg chg="mod">
          <ac:chgData name="Good Relax" userId="6e4d3e54824fd230" providerId="LiveId" clId="{71BB8839-F055-4A3A-B224-534DC05D89B6}" dt="2026-02-14T11:20:21.451" v="539" actId="1076"/>
          <ac:spMkLst>
            <pc:docMk/>
            <pc:sldMk cId="2400206758" sldId="270"/>
            <ac:spMk id="17" creationId="{A582AB1C-FABF-5DF1-8940-AECC2EB6F97F}"/>
          </ac:spMkLst>
        </pc:spChg>
        <pc:spChg chg="mod">
          <ac:chgData name="Good Relax" userId="6e4d3e54824fd230" providerId="LiveId" clId="{71BB8839-F055-4A3A-B224-534DC05D89B6}" dt="2026-02-14T10:47:25.742" v="235" actId="164"/>
          <ac:spMkLst>
            <pc:docMk/>
            <pc:sldMk cId="2400206758" sldId="270"/>
            <ac:spMk id="20" creationId="{B3FAD9DA-B94F-6947-04EC-A3974BCC9A6C}"/>
          </ac:spMkLst>
        </pc:spChg>
        <pc:spChg chg="mod">
          <ac:chgData name="Good Relax" userId="6e4d3e54824fd230" providerId="LiveId" clId="{71BB8839-F055-4A3A-B224-534DC05D89B6}" dt="2026-02-14T10:47:25.742" v="235" actId="164"/>
          <ac:spMkLst>
            <pc:docMk/>
            <pc:sldMk cId="2400206758" sldId="270"/>
            <ac:spMk id="21" creationId="{18FC007F-BB8B-C10B-3741-560F0AD7EA82}"/>
          </ac:spMkLst>
        </pc:spChg>
        <pc:spChg chg="mod">
          <ac:chgData name="Good Relax" userId="6e4d3e54824fd230" providerId="LiveId" clId="{71BB8839-F055-4A3A-B224-534DC05D89B6}" dt="2026-02-14T10:47:25.742" v="235" actId="164"/>
          <ac:spMkLst>
            <pc:docMk/>
            <pc:sldMk cId="2400206758" sldId="270"/>
            <ac:spMk id="23" creationId="{4204CBCF-A376-50FE-39CC-90F0252B876E}"/>
          </ac:spMkLst>
        </pc:spChg>
        <pc:spChg chg="mod">
          <ac:chgData name="Good Relax" userId="6e4d3e54824fd230" providerId="LiveId" clId="{71BB8839-F055-4A3A-B224-534DC05D89B6}" dt="2026-02-14T10:47:25.742" v="235" actId="164"/>
          <ac:spMkLst>
            <pc:docMk/>
            <pc:sldMk cId="2400206758" sldId="270"/>
            <ac:spMk id="24" creationId="{0541F493-886C-492D-89B5-112D1095BA96}"/>
          </ac:spMkLst>
        </pc:spChg>
        <pc:spChg chg="mod">
          <ac:chgData name="Good Relax" userId="6e4d3e54824fd230" providerId="LiveId" clId="{71BB8839-F055-4A3A-B224-534DC05D89B6}" dt="2026-02-14T10:46:10.645" v="219"/>
          <ac:spMkLst>
            <pc:docMk/>
            <pc:sldMk cId="2400206758" sldId="270"/>
            <ac:spMk id="25" creationId="{BAE9493F-6727-736F-D452-C690D96E2174}"/>
          </ac:spMkLst>
        </pc:spChg>
        <pc:spChg chg="mod">
          <ac:chgData name="Good Relax" userId="6e4d3e54824fd230" providerId="LiveId" clId="{71BB8839-F055-4A3A-B224-534DC05D89B6}" dt="2026-02-14T10:47:25.742" v="235" actId="164"/>
          <ac:spMkLst>
            <pc:docMk/>
            <pc:sldMk cId="2400206758" sldId="270"/>
            <ac:spMk id="26" creationId="{4E80E87F-C43C-8BD5-1D87-DA4FD54E53A3}"/>
          </ac:spMkLst>
        </pc:spChg>
        <pc:spChg chg="mod">
          <ac:chgData name="Good Relax" userId="6e4d3e54824fd230" providerId="LiveId" clId="{71BB8839-F055-4A3A-B224-534DC05D89B6}" dt="2026-02-14T10:47:25.742" v="235" actId="164"/>
          <ac:spMkLst>
            <pc:docMk/>
            <pc:sldMk cId="2400206758" sldId="270"/>
            <ac:spMk id="27" creationId="{68398393-BD43-D39E-7D99-8E9D4F9B7AFD}"/>
          </ac:spMkLst>
        </pc:spChg>
        <pc:spChg chg="mod">
          <ac:chgData name="Good Relax" userId="6e4d3e54824fd230" providerId="LiveId" clId="{71BB8839-F055-4A3A-B224-534DC05D89B6}" dt="2026-02-14T10:47:28.531" v="236" actId="164"/>
          <ac:spMkLst>
            <pc:docMk/>
            <pc:sldMk cId="2400206758" sldId="270"/>
            <ac:spMk id="30" creationId="{0001C3A5-A0EA-5238-D6E5-6F460CF309EA}"/>
          </ac:spMkLst>
        </pc:spChg>
        <pc:spChg chg="mod topLvl">
          <ac:chgData name="Good Relax" userId="6e4d3e54824fd230" providerId="LiveId" clId="{71BB8839-F055-4A3A-B224-534DC05D89B6}" dt="2026-02-14T10:47:28.531" v="236" actId="164"/>
          <ac:spMkLst>
            <pc:docMk/>
            <pc:sldMk cId="2400206758" sldId="270"/>
            <ac:spMk id="31" creationId="{F0656C96-EC85-5EF1-B6C5-80AD91AEC45A}"/>
          </ac:spMkLst>
        </pc:spChg>
        <pc:spChg chg="mod">
          <ac:chgData name="Good Relax" userId="6e4d3e54824fd230" providerId="LiveId" clId="{71BB8839-F055-4A3A-B224-534DC05D89B6}" dt="2026-02-14T10:47:28.531" v="236" actId="164"/>
          <ac:spMkLst>
            <pc:docMk/>
            <pc:sldMk cId="2400206758" sldId="270"/>
            <ac:spMk id="32" creationId="{6ED95F24-E213-43BB-53F6-B29C463788A5}"/>
          </ac:spMkLst>
        </pc:spChg>
        <pc:spChg chg="mod topLvl">
          <ac:chgData name="Good Relax" userId="6e4d3e54824fd230" providerId="LiveId" clId="{71BB8839-F055-4A3A-B224-534DC05D89B6}" dt="2026-02-14T10:47:28.531" v="236" actId="164"/>
          <ac:spMkLst>
            <pc:docMk/>
            <pc:sldMk cId="2400206758" sldId="270"/>
            <ac:spMk id="33" creationId="{F7E97552-C41D-F259-A286-4AF73F0DB618}"/>
          </ac:spMkLst>
        </pc:spChg>
        <pc:spChg chg="mod topLvl">
          <ac:chgData name="Good Relax" userId="6e4d3e54824fd230" providerId="LiveId" clId="{71BB8839-F055-4A3A-B224-534DC05D89B6}" dt="2026-02-14T10:47:28.531" v="236" actId="164"/>
          <ac:spMkLst>
            <pc:docMk/>
            <pc:sldMk cId="2400206758" sldId="270"/>
            <ac:spMk id="34" creationId="{6F296CE8-9F93-0B84-9D5A-C51AA6DAB9AC}"/>
          </ac:spMkLst>
        </pc:spChg>
        <pc:spChg chg="mod">
          <ac:chgData name="Good Relax" userId="6e4d3e54824fd230" providerId="LiveId" clId="{71BB8839-F055-4A3A-B224-534DC05D89B6}" dt="2026-02-14T10:47:28.531" v="236" actId="164"/>
          <ac:spMkLst>
            <pc:docMk/>
            <pc:sldMk cId="2400206758" sldId="270"/>
            <ac:spMk id="35" creationId="{6EB50AE9-F2E3-56D7-97D8-DA809F27BD68}"/>
          </ac:spMkLst>
        </pc:spChg>
        <pc:spChg chg="mod">
          <ac:chgData name="Good Relax" userId="6e4d3e54824fd230" providerId="LiveId" clId="{71BB8839-F055-4A3A-B224-534DC05D89B6}" dt="2026-02-14T10:46:10.645" v="219"/>
          <ac:spMkLst>
            <pc:docMk/>
            <pc:sldMk cId="2400206758" sldId="270"/>
            <ac:spMk id="36" creationId="{8269723A-7534-3BF8-97CF-538FB4524878}"/>
          </ac:spMkLst>
        </pc:spChg>
        <pc:spChg chg="mod">
          <ac:chgData name="Good Relax" userId="6e4d3e54824fd230" providerId="LiveId" clId="{71BB8839-F055-4A3A-B224-534DC05D89B6}" dt="2026-02-14T10:47:31.278" v="237" actId="164"/>
          <ac:spMkLst>
            <pc:docMk/>
            <pc:sldMk cId="2400206758" sldId="270"/>
            <ac:spMk id="37" creationId="{C9225C23-D0EC-DB9E-F233-9F75199E1CA8}"/>
          </ac:spMkLst>
        </pc:spChg>
        <pc:spChg chg="mod">
          <ac:chgData name="Good Relax" userId="6e4d3e54824fd230" providerId="LiveId" clId="{71BB8839-F055-4A3A-B224-534DC05D89B6}" dt="2026-02-14T10:47:31.278" v="237" actId="164"/>
          <ac:spMkLst>
            <pc:docMk/>
            <pc:sldMk cId="2400206758" sldId="270"/>
            <ac:spMk id="38" creationId="{A3B2D040-9659-377B-A23F-2B2B31057935}"/>
          </ac:spMkLst>
        </pc:spChg>
        <pc:spChg chg="mod">
          <ac:chgData name="Good Relax" userId="6e4d3e54824fd230" providerId="LiveId" clId="{71BB8839-F055-4A3A-B224-534DC05D89B6}" dt="2026-02-14T10:47:31.278" v="237" actId="164"/>
          <ac:spMkLst>
            <pc:docMk/>
            <pc:sldMk cId="2400206758" sldId="270"/>
            <ac:spMk id="39" creationId="{2447DB0B-5869-B61F-6F40-6595B2A874A0}"/>
          </ac:spMkLst>
        </pc:spChg>
        <pc:spChg chg="mod">
          <ac:chgData name="Good Relax" userId="6e4d3e54824fd230" providerId="LiveId" clId="{71BB8839-F055-4A3A-B224-534DC05D89B6}" dt="2026-02-14T10:47:31.278" v="237" actId="164"/>
          <ac:spMkLst>
            <pc:docMk/>
            <pc:sldMk cId="2400206758" sldId="270"/>
            <ac:spMk id="40" creationId="{B21DDD21-ABF0-F425-0FD6-6A0522D8FB16}"/>
          </ac:spMkLst>
        </pc:spChg>
        <pc:spChg chg="mod">
          <ac:chgData name="Good Relax" userId="6e4d3e54824fd230" providerId="LiveId" clId="{71BB8839-F055-4A3A-B224-534DC05D89B6}" dt="2026-02-14T10:47:31.278" v="237" actId="164"/>
          <ac:spMkLst>
            <pc:docMk/>
            <pc:sldMk cId="2400206758" sldId="270"/>
            <ac:spMk id="42" creationId="{FA26C20F-F3EA-4679-1D12-3A421C4E6EDC}"/>
          </ac:spMkLst>
        </pc:spChg>
        <pc:spChg chg="mod topLvl">
          <ac:chgData name="Good Relax" userId="6e4d3e54824fd230" providerId="LiveId" clId="{71BB8839-F055-4A3A-B224-534DC05D89B6}" dt="2026-02-14T10:47:22.655" v="234" actId="164"/>
          <ac:spMkLst>
            <pc:docMk/>
            <pc:sldMk cId="2400206758" sldId="270"/>
            <ac:spMk id="44" creationId="{6C50C3FE-227D-96E3-C4F3-CEFA46664C9B}"/>
          </ac:spMkLst>
        </pc:spChg>
        <pc:spChg chg="mod topLvl">
          <ac:chgData name="Good Relax" userId="6e4d3e54824fd230" providerId="LiveId" clId="{71BB8839-F055-4A3A-B224-534DC05D89B6}" dt="2026-02-14T10:47:22.655" v="234" actId="164"/>
          <ac:spMkLst>
            <pc:docMk/>
            <pc:sldMk cId="2400206758" sldId="270"/>
            <ac:spMk id="45" creationId="{398B15A9-B7BD-2335-2DA7-BF29817AA851}"/>
          </ac:spMkLst>
        </pc:spChg>
        <pc:spChg chg="mod">
          <ac:chgData name="Good Relax" userId="6e4d3e54824fd230" providerId="LiveId" clId="{71BB8839-F055-4A3A-B224-534DC05D89B6}" dt="2026-02-14T10:47:22.655" v="234" actId="164"/>
          <ac:spMkLst>
            <pc:docMk/>
            <pc:sldMk cId="2400206758" sldId="270"/>
            <ac:spMk id="46" creationId="{5447DF90-4FE7-D70A-ACAB-8B46C9B0803E}"/>
          </ac:spMkLst>
        </pc:spChg>
        <pc:spChg chg="mod topLvl">
          <ac:chgData name="Good Relax" userId="6e4d3e54824fd230" providerId="LiveId" clId="{71BB8839-F055-4A3A-B224-534DC05D89B6}" dt="2026-02-14T10:47:22.655" v="234" actId="164"/>
          <ac:spMkLst>
            <pc:docMk/>
            <pc:sldMk cId="2400206758" sldId="270"/>
            <ac:spMk id="47" creationId="{96DC4705-EAE5-0C8B-258E-6CB45EEE83BB}"/>
          </ac:spMkLst>
        </pc:spChg>
        <pc:spChg chg="mod topLvl">
          <ac:chgData name="Good Relax" userId="6e4d3e54824fd230" providerId="LiveId" clId="{71BB8839-F055-4A3A-B224-534DC05D89B6}" dt="2026-02-14T10:47:22.655" v="234" actId="164"/>
          <ac:spMkLst>
            <pc:docMk/>
            <pc:sldMk cId="2400206758" sldId="270"/>
            <ac:spMk id="48" creationId="{74C1281D-2679-5A08-7829-7EED23BE95CC}"/>
          </ac:spMkLst>
        </pc:spChg>
        <pc:spChg chg="mod topLvl">
          <ac:chgData name="Good Relax" userId="6e4d3e54824fd230" providerId="LiveId" clId="{71BB8839-F055-4A3A-B224-534DC05D89B6}" dt="2026-02-14T10:47:22.655" v="234" actId="164"/>
          <ac:spMkLst>
            <pc:docMk/>
            <pc:sldMk cId="2400206758" sldId="270"/>
            <ac:spMk id="49" creationId="{64289804-FF2F-3D71-78AD-A4BD625BF0BE}"/>
          </ac:spMkLst>
        </pc:spChg>
        <pc:spChg chg="mod">
          <ac:chgData name="Good Relax" userId="6e4d3e54824fd230" providerId="LiveId" clId="{71BB8839-F055-4A3A-B224-534DC05D89B6}" dt="2026-02-14T10:47:31.278" v="237" actId="164"/>
          <ac:spMkLst>
            <pc:docMk/>
            <pc:sldMk cId="2400206758" sldId="270"/>
            <ac:spMk id="51" creationId="{DA11430A-80B1-6109-018E-AA5AA3620689}"/>
          </ac:spMkLst>
        </pc:spChg>
        <pc:spChg chg="mod">
          <ac:chgData name="Good Relax" userId="6e4d3e54824fd230" providerId="LiveId" clId="{71BB8839-F055-4A3A-B224-534DC05D89B6}" dt="2026-02-14T10:46:10.645" v="219"/>
          <ac:spMkLst>
            <pc:docMk/>
            <pc:sldMk cId="2400206758" sldId="270"/>
            <ac:spMk id="54" creationId="{A40767E9-8F2A-FC6E-12E6-F96C8B6C8A1A}"/>
          </ac:spMkLst>
        </pc:spChg>
        <pc:spChg chg="mod">
          <ac:chgData name="Good Relax" userId="6e4d3e54824fd230" providerId="LiveId" clId="{71BB8839-F055-4A3A-B224-534DC05D89B6}" dt="2026-02-14T10:46:10.645" v="219"/>
          <ac:spMkLst>
            <pc:docMk/>
            <pc:sldMk cId="2400206758" sldId="270"/>
            <ac:spMk id="55" creationId="{C9958C0B-491B-9240-4FC0-5EC0C25BCB56}"/>
          </ac:spMkLst>
        </pc:spChg>
        <pc:spChg chg="mod">
          <ac:chgData name="Good Relax" userId="6e4d3e54824fd230" providerId="LiveId" clId="{71BB8839-F055-4A3A-B224-534DC05D89B6}" dt="2026-02-14T10:46:10.645" v="219"/>
          <ac:spMkLst>
            <pc:docMk/>
            <pc:sldMk cId="2400206758" sldId="270"/>
            <ac:spMk id="59" creationId="{5C9F70E7-0597-3055-82D0-6E8C133D12C2}"/>
          </ac:spMkLst>
        </pc:spChg>
        <pc:spChg chg="mod">
          <ac:chgData name="Good Relax" userId="6e4d3e54824fd230" providerId="LiveId" clId="{71BB8839-F055-4A3A-B224-534DC05D89B6}" dt="2026-02-14T10:46:10.645" v="219"/>
          <ac:spMkLst>
            <pc:docMk/>
            <pc:sldMk cId="2400206758" sldId="270"/>
            <ac:spMk id="61" creationId="{603D7DBD-027A-1E33-8ED7-EBB22E14EB87}"/>
          </ac:spMkLst>
        </pc:spChg>
        <pc:spChg chg="mod">
          <ac:chgData name="Good Relax" userId="6e4d3e54824fd230" providerId="LiveId" clId="{71BB8839-F055-4A3A-B224-534DC05D89B6}" dt="2026-02-14T10:46:10.645" v="219"/>
          <ac:spMkLst>
            <pc:docMk/>
            <pc:sldMk cId="2400206758" sldId="270"/>
            <ac:spMk id="62" creationId="{01C4DC96-1193-4780-F395-5D2919DD9E1B}"/>
          </ac:spMkLst>
        </pc:spChg>
        <pc:spChg chg="mod">
          <ac:chgData name="Good Relax" userId="6e4d3e54824fd230" providerId="LiveId" clId="{71BB8839-F055-4A3A-B224-534DC05D89B6}" dt="2026-02-14T10:46:15.299" v="220"/>
          <ac:spMkLst>
            <pc:docMk/>
            <pc:sldMk cId="2400206758" sldId="270"/>
            <ac:spMk id="64" creationId="{543C3865-8011-7CE2-5223-0B4A72D6253A}"/>
          </ac:spMkLst>
        </pc:spChg>
        <pc:spChg chg="mod">
          <ac:chgData name="Good Relax" userId="6e4d3e54824fd230" providerId="LiveId" clId="{71BB8839-F055-4A3A-B224-534DC05D89B6}" dt="2026-02-14T10:46:15.299" v="220"/>
          <ac:spMkLst>
            <pc:docMk/>
            <pc:sldMk cId="2400206758" sldId="270"/>
            <ac:spMk id="65" creationId="{D21D8311-B609-9042-7D4E-057A6A864883}"/>
          </ac:spMkLst>
        </pc:spChg>
        <pc:spChg chg="mod">
          <ac:chgData name="Good Relax" userId="6e4d3e54824fd230" providerId="LiveId" clId="{71BB8839-F055-4A3A-B224-534DC05D89B6}" dt="2026-02-14T10:46:15.299" v="220"/>
          <ac:spMkLst>
            <pc:docMk/>
            <pc:sldMk cId="2400206758" sldId="270"/>
            <ac:spMk id="66" creationId="{82973ED5-9D93-80D9-CDE9-278C19FCBB97}"/>
          </ac:spMkLst>
        </pc:spChg>
        <pc:spChg chg="mod">
          <ac:chgData name="Good Relax" userId="6e4d3e54824fd230" providerId="LiveId" clId="{71BB8839-F055-4A3A-B224-534DC05D89B6}" dt="2026-02-14T10:46:15.299" v="220"/>
          <ac:spMkLst>
            <pc:docMk/>
            <pc:sldMk cId="2400206758" sldId="270"/>
            <ac:spMk id="67" creationId="{654D8E9B-361E-AE14-1105-8E71AE1ABA2A}"/>
          </ac:spMkLst>
        </pc:spChg>
        <pc:spChg chg="mod">
          <ac:chgData name="Good Relax" userId="6e4d3e54824fd230" providerId="LiveId" clId="{71BB8839-F055-4A3A-B224-534DC05D89B6}" dt="2026-02-14T10:46:15.299" v="220"/>
          <ac:spMkLst>
            <pc:docMk/>
            <pc:sldMk cId="2400206758" sldId="270"/>
            <ac:spMk id="68" creationId="{FF1F871C-6D12-AF49-7355-F58C070C8DE1}"/>
          </ac:spMkLst>
        </pc:spChg>
        <pc:spChg chg="mod">
          <ac:chgData name="Good Relax" userId="6e4d3e54824fd230" providerId="LiveId" clId="{71BB8839-F055-4A3A-B224-534DC05D89B6}" dt="2026-02-14T10:46:15.299" v="220"/>
          <ac:spMkLst>
            <pc:docMk/>
            <pc:sldMk cId="2400206758" sldId="270"/>
            <ac:spMk id="71" creationId="{7BE55316-84D2-5F91-3711-27728C50CE03}"/>
          </ac:spMkLst>
        </pc:spChg>
        <pc:spChg chg="mod">
          <ac:chgData name="Good Relax" userId="6e4d3e54824fd230" providerId="LiveId" clId="{71BB8839-F055-4A3A-B224-534DC05D89B6}" dt="2026-02-14T10:46:15.299" v="220"/>
          <ac:spMkLst>
            <pc:docMk/>
            <pc:sldMk cId="2400206758" sldId="270"/>
            <ac:spMk id="72" creationId="{3027FF6F-0E5A-7671-C60C-E5EF515362EA}"/>
          </ac:spMkLst>
        </pc:spChg>
        <pc:spChg chg="mod">
          <ac:chgData name="Good Relax" userId="6e4d3e54824fd230" providerId="LiveId" clId="{71BB8839-F055-4A3A-B224-534DC05D89B6}" dt="2026-02-14T10:46:15.299" v="220"/>
          <ac:spMkLst>
            <pc:docMk/>
            <pc:sldMk cId="2400206758" sldId="270"/>
            <ac:spMk id="77" creationId="{10C2F168-8700-40BE-A151-725C9A59C9A8}"/>
          </ac:spMkLst>
        </pc:spChg>
        <pc:spChg chg="mod">
          <ac:chgData name="Good Relax" userId="6e4d3e54824fd230" providerId="LiveId" clId="{71BB8839-F055-4A3A-B224-534DC05D89B6}" dt="2026-02-14T10:46:15.299" v="220"/>
          <ac:spMkLst>
            <pc:docMk/>
            <pc:sldMk cId="2400206758" sldId="270"/>
            <ac:spMk id="81" creationId="{2D6CFD7A-EA64-E08D-3419-EFAD57A3307E}"/>
          </ac:spMkLst>
        </pc:spChg>
        <pc:spChg chg="mod">
          <ac:chgData name="Good Relax" userId="6e4d3e54824fd230" providerId="LiveId" clId="{71BB8839-F055-4A3A-B224-534DC05D89B6}" dt="2026-02-14T10:46:15.299" v="220"/>
          <ac:spMkLst>
            <pc:docMk/>
            <pc:sldMk cId="2400206758" sldId="270"/>
            <ac:spMk id="83" creationId="{EC7D38A0-1C97-2706-A469-3C8FAD24D4BC}"/>
          </ac:spMkLst>
        </pc:spChg>
        <pc:spChg chg="add del mod">
          <ac:chgData name="Good Relax" userId="6e4d3e54824fd230" providerId="LiveId" clId="{71BB8839-F055-4A3A-B224-534DC05D89B6}" dt="2026-02-14T10:54:36.931" v="376" actId="478"/>
          <ac:spMkLst>
            <pc:docMk/>
            <pc:sldMk cId="2400206758" sldId="270"/>
            <ac:spMk id="85" creationId="{6DB812E0-0173-F177-A1A4-EDE84293755B}"/>
          </ac:spMkLst>
        </pc:spChg>
        <pc:spChg chg="add mod">
          <ac:chgData name="Good Relax" userId="6e4d3e54824fd230" providerId="LiveId" clId="{71BB8839-F055-4A3A-B224-534DC05D89B6}" dt="2026-02-14T11:20:21.451" v="539" actId="1076"/>
          <ac:spMkLst>
            <pc:docMk/>
            <pc:sldMk cId="2400206758" sldId="270"/>
            <ac:spMk id="86" creationId="{BE860562-61C4-5327-AE5A-3026EA562FC8}"/>
          </ac:spMkLst>
        </pc:spChg>
        <pc:spChg chg="add mod">
          <ac:chgData name="Good Relax" userId="6e4d3e54824fd230" providerId="LiveId" clId="{71BB8839-F055-4A3A-B224-534DC05D89B6}" dt="2026-02-14T11:20:21.451" v="539" actId="1076"/>
          <ac:spMkLst>
            <pc:docMk/>
            <pc:sldMk cId="2400206758" sldId="270"/>
            <ac:spMk id="91" creationId="{8ACC06BA-402D-BDF0-2E8C-4B0B5584BD2A}"/>
          </ac:spMkLst>
        </pc:spChg>
        <pc:spChg chg="add del mod">
          <ac:chgData name="Good Relax" userId="6e4d3e54824fd230" providerId="LiveId" clId="{71BB8839-F055-4A3A-B224-534DC05D89B6}" dt="2026-02-14T10:52:26.743" v="364" actId="478"/>
          <ac:spMkLst>
            <pc:docMk/>
            <pc:sldMk cId="2400206758" sldId="270"/>
            <ac:spMk id="92" creationId="{88A9BCE8-2199-75DD-5171-7693FD624A7A}"/>
          </ac:spMkLst>
        </pc:spChg>
        <pc:spChg chg="add mod">
          <ac:chgData name="Good Relax" userId="6e4d3e54824fd230" providerId="LiveId" clId="{71BB8839-F055-4A3A-B224-534DC05D89B6}" dt="2026-02-14T11:20:21.451" v="539" actId="1076"/>
          <ac:spMkLst>
            <pc:docMk/>
            <pc:sldMk cId="2400206758" sldId="270"/>
            <ac:spMk id="93" creationId="{995DE310-ADD2-51F0-69FC-48D601F28589}"/>
          </ac:spMkLst>
        </pc:spChg>
        <pc:grpChg chg="add mod">
          <ac:chgData name="Good Relax" userId="6e4d3e54824fd230" providerId="LiveId" clId="{71BB8839-F055-4A3A-B224-534DC05D89B6}" dt="2026-02-14T10:47:22.655" v="234" actId="164"/>
          <ac:grpSpMkLst>
            <pc:docMk/>
            <pc:sldMk cId="2400206758" sldId="270"/>
            <ac:grpSpMk id="87" creationId="{3CA2DF9D-B166-ECE3-9C40-2989E1F326A6}"/>
          </ac:grpSpMkLst>
        </pc:grpChg>
        <pc:grpChg chg="add mod">
          <ac:chgData name="Good Relax" userId="6e4d3e54824fd230" providerId="LiveId" clId="{71BB8839-F055-4A3A-B224-534DC05D89B6}" dt="2026-02-14T10:47:25.742" v="235" actId="164"/>
          <ac:grpSpMkLst>
            <pc:docMk/>
            <pc:sldMk cId="2400206758" sldId="270"/>
            <ac:grpSpMk id="88" creationId="{F7C3A3CE-3DFD-B48E-5EAE-5CD493C46BA1}"/>
          </ac:grpSpMkLst>
        </pc:grpChg>
        <pc:grpChg chg="add mod">
          <ac:chgData name="Good Relax" userId="6e4d3e54824fd230" providerId="LiveId" clId="{71BB8839-F055-4A3A-B224-534DC05D89B6}" dt="2026-02-14T10:47:28.531" v="236" actId="164"/>
          <ac:grpSpMkLst>
            <pc:docMk/>
            <pc:sldMk cId="2400206758" sldId="270"/>
            <ac:grpSpMk id="89" creationId="{11EEDACF-8D34-CBA8-1BF5-A4FD50C27779}"/>
          </ac:grpSpMkLst>
        </pc:grpChg>
        <pc:grpChg chg="add mod">
          <ac:chgData name="Good Relax" userId="6e4d3e54824fd230" providerId="LiveId" clId="{71BB8839-F055-4A3A-B224-534DC05D89B6}" dt="2026-02-14T10:47:31.278" v="237" actId="164"/>
          <ac:grpSpMkLst>
            <pc:docMk/>
            <pc:sldMk cId="2400206758" sldId="270"/>
            <ac:grpSpMk id="90" creationId="{3E2FB7A0-3DC4-2FCE-7E2C-53F2234E265F}"/>
          </ac:grpSpMkLst>
        </pc:grpChg>
      </pc:sldChg>
      <pc:sldChg chg="addSp delSp modSp new mod">
        <pc:chgData name="Good Relax" userId="6e4d3e54824fd230" providerId="LiveId" clId="{71BB8839-F055-4A3A-B224-534DC05D89B6}" dt="2026-02-14T10:24:29.942" v="148" actId="14100"/>
        <pc:sldMkLst>
          <pc:docMk/>
          <pc:sldMk cId="3613292983" sldId="271"/>
        </pc:sldMkLst>
        <pc:spChg chg="mod topLvl">
          <ac:chgData name="Good Relax" userId="6e4d3e54824fd230" providerId="LiveId" clId="{71BB8839-F055-4A3A-B224-534DC05D89B6}" dt="2026-02-14T10:17:34.775" v="106" actId="1076"/>
          <ac:spMkLst>
            <pc:docMk/>
            <pc:sldMk cId="3613292983" sldId="271"/>
            <ac:spMk id="3" creationId="{F7080142-7C9B-3812-9894-01D245DC95D2}"/>
          </ac:spMkLst>
        </pc:spChg>
        <pc:spChg chg="mod topLvl">
          <ac:chgData name="Good Relax" userId="6e4d3e54824fd230" providerId="LiveId" clId="{71BB8839-F055-4A3A-B224-534DC05D89B6}" dt="2026-02-14T10:19:20.434" v="121" actId="1076"/>
          <ac:spMkLst>
            <pc:docMk/>
            <pc:sldMk cId="3613292983" sldId="271"/>
            <ac:spMk id="4" creationId="{3FC64ED9-24AF-5011-E4AE-C0E9BC59538B}"/>
          </ac:spMkLst>
        </pc:spChg>
        <pc:spChg chg="mod topLvl">
          <ac:chgData name="Good Relax" userId="6e4d3e54824fd230" providerId="LiveId" clId="{71BB8839-F055-4A3A-B224-534DC05D89B6}" dt="2026-02-14T10:15:34.709" v="82" actId="165"/>
          <ac:spMkLst>
            <pc:docMk/>
            <pc:sldMk cId="3613292983" sldId="271"/>
            <ac:spMk id="5" creationId="{4A8F60E6-41A1-02AA-1900-595B0A396A0B}"/>
          </ac:spMkLst>
        </pc:spChg>
        <pc:spChg chg="mod topLvl">
          <ac:chgData name="Good Relax" userId="6e4d3e54824fd230" providerId="LiveId" clId="{71BB8839-F055-4A3A-B224-534DC05D89B6}" dt="2026-02-14T10:19:20.434" v="121" actId="1076"/>
          <ac:spMkLst>
            <pc:docMk/>
            <pc:sldMk cId="3613292983" sldId="271"/>
            <ac:spMk id="6" creationId="{3A7D95EF-6746-D82F-78E7-774D0765BD39}"/>
          </ac:spMkLst>
        </pc:spChg>
        <pc:spChg chg="mod topLvl">
          <ac:chgData name="Good Relax" userId="6e4d3e54824fd230" providerId="LiveId" clId="{71BB8839-F055-4A3A-B224-534DC05D89B6}" dt="2026-02-14T10:15:34.709" v="82" actId="165"/>
          <ac:spMkLst>
            <pc:docMk/>
            <pc:sldMk cId="3613292983" sldId="271"/>
            <ac:spMk id="7" creationId="{72215D6E-1BB7-7B20-A164-0C224DE1DDA4}"/>
          </ac:spMkLst>
        </pc:spChg>
        <pc:spChg chg="mod">
          <ac:chgData name="Good Relax" userId="6e4d3e54824fd230" providerId="LiveId" clId="{71BB8839-F055-4A3A-B224-534DC05D89B6}" dt="2026-02-14T10:14:46.908" v="70" actId="165"/>
          <ac:spMkLst>
            <pc:docMk/>
            <pc:sldMk cId="3613292983" sldId="271"/>
            <ac:spMk id="8" creationId="{62EC27BD-490F-CA68-9681-2EC62DE79064}"/>
          </ac:spMkLst>
        </pc:spChg>
        <pc:spChg chg="mod topLvl">
          <ac:chgData name="Good Relax" userId="6e4d3e54824fd230" providerId="LiveId" clId="{71BB8839-F055-4A3A-B224-534DC05D89B6}" dt="2026-02-14T10:19:20.434" v="121" actId="1076"/>
          <ac:spMkLst>
            <pc:docMk/>
            <pc:sldMk cId="3613292983" sldId="271"/>
            <ac:spMk id="9" creationId="{ABDF0E03-14CA-88A6-B824-5B3C492A3D4A}"/>
          </ac:spMkLst>
        </pc:spChg>
        <pc:spChg chg="mod">
          <ac:chgData name="Good Relax" userId="6e4d3e54824fd230" providerId="LiveId" clId="{71BB8839-F055-4A3A-B224-534DC05D89B6}" dt="2026-02-14T10:19:20.434" v="121" actId="1076"/>
          <ac:spMkLst>
            <pc:docMk/>
            <pc:sldMk cId="3613292983" sldId="271"/>
            <ac:spMk id="10" creationId="{77E311D8-46A6-B97A-27E6-0CBB52DB8C23}"/>
          </ac:spMkLst>
        </pc:spChg>
        <pc:spChg chg="mod topLvl">
          <ac:chgData name="Good Relax" userId="6e4d3e54824fd230" providerId="LiveId" clId="{71BB8839-F055-4A3A-B224-534DC05D89B6}" dt="2026-02-14T10:17:48.795" v="108" actId="1076"/>
          <ac:spMkLst>
            <pc:docMk/>
            <pc:sldMk cId="3613292983" sldId="271"/>
            <ac:spMk id="11" creationId="{49A22905-7EC2-971D-18E1-3007536A93F7}"/>
          </ac:spMkLst>
        </pc:spChg>
        <pc:spChg chg="mod topLvl">
          <ac:chgData name="Good Relax" userId="6e4d3e54824fd230" providerId="LiveId" clId="{71BB8839-F055-4A3A-B224-534DC05D89B6}" dt="2026-02-14T10:19:20.434" v="121" actId="1076"/>
          <ac:spMkLst>
            <pc:docMk/>
            <pc:sldMk cId="3613292983" sldId="271"/>
            <ac:spMk id="15" creationId="{29DDE9D8-5E3F-584E-C7A8-2703B38D1A91}"/>
          </ac:spMkLst>
        </pc:spChg>
        <pc:spChg chg="mod topLvl">
          <ac:chgData name="Good Relax" userId="6e4d3e54824fd230" providerId="LiveId" clId="{71BB8839-F055-4A3A-B224-534DC05D89B6}" dt="2026-02-14T10:19:20.434" v="121" actId="1076"/>
          <ac:spMkLst>
            <pc:docMk/>
            <pc:sldMk cId="3613292983" sldId="271"/>
            <ac:spMk id="16" creationId="{A5348D4E-1E13-5896-5B2C-6C335A9E8E18}"/>
          </ac:spMkLst>
        </pc:spChg>
        <pc:spChg chg="mod topLvl">
          <ac:chgData name="Good Relax" userId="6e4d3e54824fd230" providerId="LiveId" clId="{71BB8839-F055-4A3A-B224-534DC05D89B6}" dt="2026-02-14T10:24:17.254" v="145" actId="404"/>
          <ac:spMkLst>
            <pc:docMk/>
            <pc:sldMk cId="3613292983" sldId="271"/>
            <ac:spMk id="20" creationId="{1F505B7E-BE02-0848-ADB8-779BDF641C47}"/>
          </ac:spMkLst>
        </pc:spChg>
        <pc:spChg chg="mod">
          <ac:chgData name="Good Relax" userId="6e4d3e54824fd230" providerId="LiveId" clId="{71BB8839-F055-4A3A-B224-534DC05D89B6}" dt="2026-02-14T10:24:17.254" v="145" actId="404"/>
          <ac:spMkLst>
            <pc:docMk/>
            <pc:sldMk cId="3613292983" sldId="271"/>
            <ac:spMk id="22" creationId="{755EB84F-CA23-8386-73D8-4F442DAD813A}"/>
          </ac:spMkLst>
        </pc:spChg>
        <pc:spChg chg="mod">
          <ac:chgData name="Good Relax" userId="6e4d3e54824fd230" providerId="LiveId" clId="{71BB8839-F055-4A3A-B224-534DC05D89B6}" dt="2026-02-14T10:24:29.942" v="148" actId="14100"/>
          <ac:spMkLst>
            <pc:docMk/>
            <pc:sldMk cId="3613292983" sldId="271"/>
            <ac:spMk id="23" creationId="{1ABB0F67-4743-D2C8-3F1B-E964973333EB}"/>
          </ac:spMkLst>
        </pc:spChg>
        <pc:spChg chg="mod topLvl">
          <ac:chgData name="Good Relax" userId="6e4d3e54824fd230" providerId="LiveId" clId="{71BB8839-F055-4A3A-B224-534DC05D89B6}" dt="2026-02-14T10:17:34.775" v="106" actId="1076"/>
          <ac:spMkLst>
            <pc:docMk/>
            <pc:sldMk cId="3613292983" sldId="271"/>
            <ac:spMk id="25" creationId="{81EBD4CB-1990-E034-6B8E-9117430F1397}"/>
          </ac:spMkLst>
        </pc:spChg>
        <pc:spChg chg="mod">
          <ac:chgData name="Good Relax" userId="6e4d3e54824fd230" providerId="LiveId" clId="{71BB8839-F055-4A3A-B224-534DC05D89B6}" dt="2026-02-14T10:15:44.723" v="84" actId="1076"/>
          <ac:spMkLst>
            <pc:docMk/>
            <pc:sldMk cId="3613292983" sldId="271"/>
            <ac:spMk id="26" creationId="{A10F4648-760E-3094-FCDD-89304DCC9CD7}"/>
          </ac:spMkLst>
        </pc:spChg>
        <pc:spChg chg="mod topLvl">
          <ac:chgData name="Good Relax" userId="6e4d3e54824fd230" providerId="LiveId" clId="{71BB8839-F055-4A3A-B224-534DC05D89B6}" dt="2026-02-14T10:15:44.723" v="84" actId="1076"/>
          <ac:spMkLst>
            <pc:docMk/>
            <pc:sldMk cId="3613292983" sldId="271"/>
            <ac:spMk id="28" creationId="{F9FD2BDE-7B70-1864-2611-BC7F506A4ADE}"/>
          </ac:spMkLst>
        </pc:spChg>
        <pc:spChg chg="mod topLvl">
          <ac:chgData name="Good Relax" userId="6e4d3e54824fd230" providerId="LiveId" clId="{71BB8839-F055-4A3A-B224-534DC05D89B6}" dt="2026-02-14T10:15:44.723" v="84" actId="1076"/>
          <ac:spMkLst>
            <pc:docMk/>
            <pc:sldMk cId="3613292983" sldId="271"/>
            <ac:spMk id="29" creationId="{8737F716-13D0-59D0-CAC1-C76ADF7836A4}"/>
          </ac:spMkLst>
        </pc:spChg>
        <pc:spChg chg="mod topLvl">
          <ac:chgData name="Good Relax" userId="6e4d3e54824fd230" providerId="LiveId" clId="{71BB8839-F055-4A3A-B224-534DC05D89B6}" dt="2026-02-14T10:19:20.434" v="121" actId="1076"/>
          <ac:spMkLst>
            <pc:docMk/>
            <pc:sldMk cId="3613292983" sldId="271"/>
            <ac:spMk id="30" creationId="{306176CB-720B-B1B5-62B1-1F187F85B36D}"/>
          </ac:spMkLst>
        </pc:spChg>
        <pc:spChg chg="mod topLvl">
          <ac:chgData name="Good Relax" userId="6e4d3e54824fd230" providerId="LiveId" clId="{71BB8839-F055-4A3A-B224-534DC05D89B6}" dt="2026-02-14T10:15:44.723" v="84" actId="1076"/>
          <ac:spMkLst>
            <pc:docMk/>
            <pc:sldMk cId="3613292983" sldId="271"/>
            <ac:spMk id="31" creationId="{5FCBCD1F-F6CD-2CB0-022F-55391ED37FB8}"/>
          </ac:spMkLst>
        </pc:spChg>
        <pc:spChg chg="mod topLvl">
          <ac:chgData name="Good Relax" userId="6e4d3e54824fd230" providerId="LiveId" clId="{71BB8839-F055-4A3A-B224-534DC05D89B6}" dt="2026-02-14T10:15:44.723" v="84" actId="1076"/>
          <ac:spMkLst>
            <pc:docMk/>
            <pc:sldMk cId="3613292983" sldId="271"/>
            <ac:spMk id="32" creationId="{47AE0663-D824-A311-3582-5C2F0C0AF903}"/>
          </ac:spMkLst>
        </pc:spChg>
        <pc:spChg chg="mod topLvl">
          <ac:chgData name="Good Relax" userId="6e4d3e54824fd230" providerId="LiveId" clId="{71BB8839-F055-4A3A-B224-534DC05D89B6}" dt="2026-02-14T10:19:20.434" v="121" actId="1076"/>
          <ac:spMkLst>
            <pc:docMk/>
            <pc:sldMk cId="3613292983" sldId="271"/>
            <ac:spMk id="33" creationId="{0281FA8E-EDDE-7FB8-15AF-0686E589B544}"/>
          </ac:spMkLst>
        </pc:spChg>
        <pc:spChg chg="mod topLvl">
          <ac:chgData name="Good Relax" userId="6e4d3e54824fd230" providerId="LiveId" clId="{71BB8839-F055-4A3A-B224-534DC05D89B6}" dt="2026-02-14T10:17:20.425" v="104" actId="3064"/>
          <ac:spMkLst>
            <pc:docMk/>
            <pc:sldMk cId="3613292983" sldId="271"/>
            <ac:spMk id="38" creationId="{BA850AD7-4BD2-2165-AB12-4502FAF76E6B}"/>
          </ac:spMkLst>
        </pc:spChg>
        <pc:spChg chg="mod">
          <ac:chgData name="Good Relax" userId="6e4d3e54824fd230" providerId="LiveId" clId="{71BB8839-F055-4A3A-B224-534DC05D89B6}" dt="2026-02-14T10:24:17.254" v="145" actId="404"/>
          <ac:spMkLst>
            <pc:docMk/>
            <pc:sldMk cId="3613292983" sldId="271"/>
            <ac:spMk id="42" creationId="{40E46398-A8DC-2F29-9404-80EB9D6F9368}"/>
          </ac:spMkLst>
        </pc:spChg>
        <pc:spChg chg="mod topLvl">
          <ac:chgData name="Good Relax" userId="6e4d3e54824fd230" providerId="LiveId" clId="{71BB8839-F055-4A3A-B224-534DC05D89B6}" dt="2026-02-14T10:24:17.254" v="145" actId="404"/>
          <ac:spMkLst>
            <pc:docMk/>
            <pc:sldMk cId="3613292983" sldId="271"/>
            <ac:spMk id="44" creationId="{3AA184AB-5FC7-E8F8-1C7F-09BDAC5CC2BB}"/>
          </ac:spMkLst>
        </pc:spChg>
        <pc:spChg chg="del mod topLvl">
          <ac:chgData name="Good Relax" userId="6e4d3e54824fd230" providerId="LiveId" clId="{71BB8839-F055-4A3A-B224-534DC05D89B6}" dt="2026-02-14T10:15:38.059" v="83" actId="478"/>
          <ac:spMkLst>
            <pc:docMk/>
            <pc:sldMk cId="3613292983" sldId="271"/>
            <ac:spMk id="45" creationId="{EF35DA20-85E4-1F2A-79D2-089A3E8B5B4C}"/>
          </ac:spMkLst>
        </pc:spChg>
        <pc:spChg chg="add mod">
          <ac:chgData name="Good Relax" userId="6e4d3e54824fd230" providerId="LiveId" clId="{71BB8839-F055-4A3A-B224-534DC05D89B6}" dt="2026-02-14T10:24:25.193" v="147" actId="555"/>
          <ac:spMkLst>
            <pc:docMk/>
            <pc:sldMk cId="3613292983" sldId="271"/>
            <ac:spMk id="48" creationId="{5EC475E5-E73F-2EF0-B09A-6564EBC216A8}"/>
          </ac:spMkLst>
        </pc:spChg>
        <pc:spChg chg="add mod">
          <ac:chgData name="Good Relax" userId="6e4d3e54824fd230" providerId="LiveId" clId="{71BB8839-F055-4A3A-B224-534DC05D89B6}" dt="2026-02-14T10:24:25.193" v="147" actId="555"/>
          <ac:spMkLst>
            <pc:docMk/>
            <pc:sldMk cId="3613292983" sldId="271"/>
            <ac:spMk id="49" creationId="{40D39EED-0E74-A574-79F1-2EEC6993388F}"/>
          </ac:spMkLst>
        </pc:spChg>
        <pc:grpChg chg="mod">
          <ac:chgData name="Good Relax" userId="6e4d3e54824fd230" providerId="LiveId" clId="{71BB8839-F055-4A3A-B224-534DC05D89B6}" dt="2026-02-14T10:15:19.671" v="80" actId="14100"/>
          <ac:grpSpMkLst>
            <pc:docMk/>
            <pc:sldMk cId="3613292983" sldId="271"/>
            <ac:grpSpMk id="2" creationId="{FFC089BC-9E4C-907E-D3E8-55BB99AC6F58}"/>
          </ac:grpSpMkLst>
        </pc:grpChg>
        <pc:grpChg chg="mod">
          <ac:chgData name="Good Relax" userId="6e4d3e54824fd230" providerId="LiveId" clId="{71BB8839-F055-4A3A-B224-534DC05D89B6}" dt="2026-02-14T10:15:19.671" v="80" actId="14100"/>
          <ac:grpSpMkLst>
            <pc:docMk/>
            <pc:sldMk cId="3613292983" sldId="271"/>
            <ac:grpSpMk id="24" creationId="{1F1DA119-3A3E-BDFA-9501-775F12DFEAFB}"/>
          </ac:grpSpMkLst>
        </pc:grpChg>
        <pc:cxnChg chg="mod">
          <ac:chgData name="Good Relax" userId="6e4d3e54824fd230" providerId="LiveId" clId="{71BB8839-F055-4A3A-B224-534DC05D89B6}" dt="2026-02-14T10:16:31.125" v="95" actId="14100"/>
          <ac:cxnSpMkLst>
            <pc:docMk/>
            <pc:sldMk cId="3613292983" sldId="271"/>
            <ac:cxnSpMk id="12" creationId="{894C2B32-1C02-F96A-5C43-1E707D10D27F}"/>
          </ac:cxnSpMkLst>
        </pc:cxnChg>
        <pc:cxnChg chg="mod">
          <ac:chgData name="Good Relax" userId="6e4d3e54824fd230" providerId="LiveId" clId="{71BB8839-F055-4A3A-B224-534DC05D89B6}" dt="2026-02-14T10:15:50.547" v="85" actId="14100"/>
          <ac:cxnSpMkLst>
            <pc:docMk/>
            <pc:sldMk cId="3613292983" sldId="271"/>
            <ac:cxnSpMk id="21" creationId="{337DDBA3-180C-3F16-25C3-2BF136E7961E}"/>
          </ac:cxnSpMkLst>
        </pc:cxnChg>
      </pc:sldChg>
      <pc:sldChg chg="addSp delSp modSp new mod ord">
        <pc:chgData name="Good Relax" userId="6e4d3e54824fd230" providerId="LiveId" clId="{71BB8839-F055-4A3A-B224-534DC05D89B6}" dt="2026-02-14T11:20:17.543" v="538"/>
        <pc:sldMkLst>
          <pc:docMk/>
          <pc:sldMk cId="558290983" sldId="272"/>
        </pc:sldMkLst>
        <pc:spChg chg="mod">
          <ac:chgData name="Good Relax" userId="6e4d3e54824fd230" providerId="LiveId" clId="{71BB8839-F055-4A3A-B224-534DC05D89B6}" dt="2026-02-14T10:31:48.758" v="152"/>
          <ac:spMkLst>
            <pc:docMk/>
            <pc:sldMk cId="558290983" sldId="272"/>
            <ac:spMk id="3" creationId="{34B54304-9555-4B50-A1E3-125CCF821017}"/>
          </ac:spMkLst>
        </pc:spChg>
        <pc:spChg chg="mod">
          <ac:chgData name="Good Relax" userId="6e4d3e54824fd230" providerId="LiveId" clId="{71BB8839-F055-4A3A-B224-534DC05D89B6}" dt="2026-02-14T10:37:52.341" v="214" actId="14100"/>
          <ac:spMkLst>
            <pc:docMk/>
            <pc:sldMk cId="558290983" sldId="272"/>
            <ac:spMk id="9" creationId="{CFB139FE-6E41-7CD5-66A2-CAF574AC602F}"/>
          </ac:spMkLst>
        </pc:spChg>
        <pc:spChg chg="mod topLvl">
          <ac:chgData name="Good Relax" userId="6e4d3e54824fd230" providerId="LiveId" clId="{71BB8839-F055-4A3A-B224-534DC05D89B6}" dt="2026-02-14T10:37:27.708" v="212" actId="14100"/>
          <ac:spMkLst>
            <pc:docMk/>
            <pc:sldMk cId="558290983" sldId="272"/>
            <ac:spMk id="10" creationId="{FD397338-A506-9692-DBF3-F79463024A67}"/>
          </ac:spMkLst>
        </pc:spChg>
        <pc:spChg chg="del mod topLvl">
          <ac:chgData name="Good Relax" userId="6e4d3e54824fd230" providerId="LiveId" clId="{71BB8839-F055-4A3A-B224-534DC05D89B6}" dt="2026-02-14T10:35:39.536" v="187" actId="478"/>
          <ac:spMkLst>
            <pc:docMk/>
            <pc:sldMk cId="558290983" sldId="272"/>
            <ac:spMk id="11" creationId="{6529916F-2081-5EB4-5D20-65BBA9C989FC}"/>
          </ac:spMkLst>
        </pc:spChg>
        <pc:spChg chg="del mod topLvl">
          <ac:chgData name="Good Relax" userId="6e4d3e54824fd230" providerId="LiveId" clId="{71BB8839-F055-4A3A-B224-534DC05D89B6}" dt="2026-02-14T10:35:37.553" v="185" actId="478"/>
          <ac:spMkLst>
            <pc:docMk/>
            <pc:sldMk cId="558290983" sldId="272"/>
            <ac:spMk id="20" creationId="{5814DFF5-D03C-0F2E-A51F-485AD6027AAB}"/>
          </ac:spMkLst>
        </pc:spChg>
        <pc:spChg chg="mod">
          <ac:chgData name="Good Relax" userId="6e4d3e54824fd230" providerId="LiveId" clId="{71BB8839-F055-4A3A-B224-534DC05D89B6}" dt="2026-02-14T10:35:24.366" v="182" actId="165"/>
          <ac:spMkLst>
            <pc:docMk/>
            <pc:sldMk cId="558290983" sldId="272"/>
            <ac:spMk id="26" creationId="{BDABF61D-D3B1-FCFE-28FD-F3CD5FC6E70B}"/>
          </ac:spMkLst>
        </pc:spChg>
        <pc:spChg chg="mod">
          <ac:chgData name="Good Relax" userId="6e4d3e54824fd230" providerId="LiveId" clId="{71BB8839-F055-4A3A-B224-534DC05D89B6}" dt="2026-02-14T10:35:24.366" v="182" actId="165"/>
          <ac:spMkLst>
            <pc:docMk/>
            <pc:sldMk cId="558290983" sldId="272"/>
            <ac:spMk id="27" creationId="{19530362-A0B2-BA62-0101-7E72A6E437E8}"/>
          </ac:spMkLst>
        </pc:spChg>
        <pc:spChg chg="mod">
          <ac:chgData name="Good Relax" userId="6e4d3e54824fd230" providerId="LiveId" clId="{71BB8839-F055-4A3A-B224-534DC05D89B6}" dt="2026-02-14T10:35:24.366" v="182" actId="165"/>
          <ac:spMkLst>
            <pc:docMk/>
            <pc:sldMk cId="558290983" sldId="272"/>
            <ac:spMk id="28" creationId="{DEA2A1BD-7B7F-FE0B-45FA-2A887BB5CA37}"/>
          </ac:spMkLst>
        </pc:spChg>
        <pc:spChg chg="mod">
          <ac:chgData name="Good Relax" userId="6e4d3e54824fd230" providerId="LiveId" clId="{71BB8839-F055-4A3A-B224-534DC05D89B6}" dt="2026-02-14T10:38:45.620" v="216"/>
          <ac:spMkLst>
            <pc:docMk/>
            <pc:sldMk cId="558290983" sldId="272"/>
            <ac:spMk id="30" creationId="{7002A30F-92D4-835E-248F-D4FA8645A2B3}"/>
          </ac:spMkLst>
        </pc:spChg>
        <pc:spChg chg="mod topLvl">
          <ac:chgData name="Good Relax" userId="6e4d3e54824fd230" providerId="LiveId" clId="{71BB8839-F055-4A3A-B224-534DC05D89B6}" dt="2026-02-14T10:35:24.366" v="182" actId="165"/>
          <ac:spMkLst>
            <pc:docMk/>
            <pc:sldMk cId="558290983" sldId="272"/>
            <ac:spMk id="36" creationId="{D4E80DF3-7750-072C-75E8-FC7A5E20B280}"/>
          </ac:spMkLst>
        </pc:spChg>
        <pc:spChg chg="mod topLvl">
          <ac:chgData name="Good Relax" userId="6e4d3e54824fd230" providerId="LiveId" clId="{71BB8839-F055-4A3A-B224-534DC05D89B6}" dt="2026-02-14T10:35:24.366" v="182" actId="165"/>
          <ac:spMkLst>
            <pc:docMk/>
            <pc:sldMk cId="558290983" sldId="272"/>
            <ac:spMk id="37" creationId="{A02453DF-7F9E-A154-275B-8C5B097861DB}"/>
          </ac:spMkLst>
        </pc:spChg>
        <pc:spChg chg="del">
          <ac:chgData name="Good Relax" userId="6e4d3e54824fd230" providerId="LiveId" clId="{71BB8839-F055-4A3A-B224-534DC05D89B6}" dt="2026-02-14T10:35:29.253" v="183" actId="478"/>
          <ac:spMkLst>
            <pc:docMk/>
            <pc:sldMk cId="558290983" sldId="272"/>
            <ac:spMk id="40" creationId="{5697BDB2-0474-7B69-0584-54B8F9581537}"/>
          </ac:spMkLst>
        </pc:spChg>
        <pc:spChg chg="mod topLvl">
          <ac:chgData name="Good Relax" userId="6e4d3e54824fd230" providerId="LiveId" clId="{71BB8839-F055-4A3A-B224-534DC05D89B6}" dt="2026-02-14T10:35:24.366" v="182" actId="165"/>
          <ac:spMkLst>
            <pc:docMk/>
            <pc:sldMk cId="558290983" sldId="272"/>
            <ac:spMk id="44" creationId="{43A9C8DE-0AA1-B877-1D55-70400CDF20E6}"/>
          </ac:spMkLst>
        </pc:spChg>
        <pc:spChg chg="mod">
          <ac:chgData name="Good Relax" userId="6e4d3e54824fd230" providerId="LiveId" clId="{71BB8839-F055-4A3A-B224-534DC05D89B6}" dt="2026-02-14T10:31:55.419" v="154"/>
          <ac:spMkLst>
            <pc:docMk/>
            <pc:sldMk cId="558290983" sldId="272"/>
            <ac:spMk id="46" creationId="{76C53F08-7F58-2B89-9245-0CF4FC58A447}"/>
          </ac:spMkLst>
        </pc:spChg>
        <pc:spChg chg="mod topLvl">
          <ac:chgData name="Good Relax" userId="6e4d3e54824fd230" providerId="LiveId" clId="{71BB8839-F055-4A3A-B224-534DC05D89B6}" dt="2026-02-14T10:35:12.746" v="181" actId="165"/>
          <ac:spMkLst>
            <pc:docMk/>
            <pc:sldMk cId="558290983" sldId="272"/>
            <ac:spMk id="54" creationId="{043BF124-8656-5398-5E31-73D23AA4782F}"/>
          </ac:spMkLst>
        </pc:spChg>
        <pc:spChg chg="mod">
          <ac:chgData name="Good Relax" userId="6e4d3e54824fd230" providerId="LiveId" clId="{71BB8839-F055-4A3A-B224-534DC05D89B6}" dt="2026-02-14T10:31:55.419" v="154"/>
          <ac:spMkLst>
            <pc:docMk/>
            <pc:sldMk cId="558290983" sldId="272"/>
            <ac:spMk id="55" creationId="{5450987B-249C-F393-D448-0418EC641D01}"/>
          </ac:spMkLst>
        </pc:spChg>
        <pc:spChg chg="del mod">
          <ac:chgData name="Good Relax" userId="6e4d3e54824fd230" providerId="LiveId" clId="{71BB8839-F055-4A3A-B224-534DC05D89B6}" dt="2026-02-14T10:35:48.866" v="191" actId="478"/>
          <ac:spMkLst>
            <pc:docMk/>
            <pc:sldMk cId="558290983" sldId="272"/>
            <ac:spMk id="58" creationId="{FD429C1D-B9CC-0822-9179-D4D6DBE5352F}"/>
          </ac:spMkLst>
        </pc:spChg>
        <pc:spChg chg="del mod topLvl">
          <ac:chgData name="Good Relax" userId="6e4d3e54824fd230" providerId="LiveId" clId="{71BB8839-F055-4A3A-B224-534DC05D89B6}" dt="2026-02-14T10:35:49.976" v="192" actId="478"/>
          <ac:spMkLst>
            <pc:docMk/>
            <pc:sldMk cId="558290983" sldId="272"/>
            <ac:spMk id="67" creationId="{9BD39BAD-FF34-2033-3933-264FD7EFF953}"/>
          </ac:spMkLst>
        </pc:spChg>
        <pc:spChg chg="mod topLvl">
          <ac:chgData name="Good Relax" userId="6e4d3e54824fd230" providerId="LiveId" clId="{71BB8839-F055-4A3A-B224-534DC05D89B6}" dt="2026-02-14T10:35:12.746" v="181" actId="165"/>
          <ac:spMkLst>
            <pc:docMk/>
            <pc:sldMk cId="558290983" sldId="272"/>
            <ac:spMk id="68" creationId="{5708CCE2-2136-9202-7B10-86D35D459095}"/>
          </ac:spMkLst>
        </pc:spChg>
        <pc:spChg chg="mod">
          <ac:chgData name="Good Relax" userId="6e4d3e54824fd230" providerId="LiveId" clId="{71BB8839-F055-4A3A-B224-534DC05D89B6}" dt="2026-02-14T10:37:52.341" v="214" actId="14100"/>
          <ac:spMkLst>
            <pc:docMk/>
            <pc:sldMk cId="558290983" sldId="272"/>
            <ac:spMk id="73" creationId="{C41DB967-A197-B833-A104-ACB085180269}"/>
          </ac:spMkLst>
        </pc:spChg>
        <pc:spChg chg="mod">
          <ac:chgData name="Good Relax" userId="6e4d3e54824fd230" providerId="LiveId" clId="{71BB8839-F055-4A3A-B224-534DC05D89B6}" dt="2026-02-14T10:37:27.708" v="212" actId="14100"/>
          <ac:spMkLst>
            <pc:docMk/>
            <pc:sldMk cId="558290983" sldId="272"/>
            <ac:spMk id="74" creationId="{B61096A7-EBA4-0946-4DAE-30B39EA91DBF}"/>
          </ac:spMkLst>
        </pc:spChg>
        <pc:spChg chg="del mod topLvl">
          <ac:chgData name="Good Relax" userId="6e4d3e54824fd230" providerId="LiveId" clId="{71BB8839-F055-4A3A-B224-534DC05D89B6}" dt="2026-02-14T10:35:52.351" v="195" actId="478"/>
          <ac:spMkLst>
            <pc:docMk/>
            <pc:sldMk cId="558290983" sldId="272"/>
            <ac:spMk id="75" creationId="{9B5C2A6E-F91B-9E54-6CE7-320197602663}"/>
          </ac:spMkLst>
        </pc:spChg>
        <pc:spChg chg="mod topLvl">
          <ac:chgData name="Good Relax" userId="6e4d3e54824fd230" providerId="LiveId" clId="{71BB8839-F055-4A3A-B224-534DC05D89B6}" dt="2026-02-14T10:35:24.366" v="182" actId="165"/>
          <ac:spMkLst>
            <pc:docMk/>
            <pc:sldMk cId="558290983" sldId="272"/>
            <ac:spMk id="83" creationId="{FA9C8108-48B6-97FE-3F15-33CDC1E2B936}"/>
          </ac:spMkLst>
        </pc:spChg>
        <pc:spChg chg="add mod">
          <ac:chgData name="Good Relax" userId="6e4d3e54824fd230" providerId="LiveId" clId="{71BB8839-F055-4A3A-B224-534DC05D89B6}" dt="2026-02-14T10:32:09.665" v="158"/>
          <ac:spMkLst>
            <pc:docMk/>
            <pc:sldMk cId="558290983" sldId="272"/>
            <ac:spMk id="85" creationId="{9568B765-91F6-36EF-472C-DCEDCDDF326C}"/>
          </ac:spMkLst>
        </pc:spChg>
        <pc:spChg chg="add mod">
          <ac:chgData name="Good Relax" userId="6e4d3e54824fd230" providerId="LiveId" clId="{71BB8839-F055-4A3A-B224-534DC05D89B6}" dt="2026-02-14T10:33:43.442" v="180" actId="1076"/>
          <ac:spMkLst>
            <pc:docMk/>
            <pc:sldMk cId="558290983" sldId="272"/>
            <ac:spMk id="86" creationId="{DF1B8105-509E-ED3A-DC25-76BBDFC15230}"/>
          </ac:spMkLst>
        </pc:spChg>
        <pc:spChg chg="add mod">
          <ac:chgData name="Good Relax" userId="6e4d3e54824fd230" providerId="LiveId" clId="{71BB8839-F055-4A3A-B224-534DC05D89B6}" dt="2026-02-14T10:33:12.380" v="173" actId="1076"/>
          <ac:spMkLst>
            <pc:docMk/>
            <pc:sldMk cId="558290983" sldId="272"/>
            <ac:spMk id="87" creationId="{23E073EB-47D4-5D81-BEBE-1962A1293EC0}"/>
          </ac:spMkLst>
        </pc:spChg>
        <pc:grpChg chg="mod">
          <ac:chgData name="Good Relax" userId="6e4d3e54824fd230" providerId="LiveId" clId="{71BB8839-F055-4A3A-B224-534DC05D89B6}" dt="2026-02-14T10:33:23.517" v="177" actId="1076"/>
          <ac:grpSpMkLst>
            <pc:docMk/>
            <pc:sldMk cId="558290983" sldId="272"/>
            <ac:grpSpMk id="2" creationId="{A01A056E-7818-4611-9FA2-9B4187F59405}"/>
          </ac:grpSpMkLst>
        </pc:grpChg>
        <pc:grpChg chg="mod">
          <ac:chgData name="Good Relax" userId="6e4d3e54824fd230" providerId="LiveId" clId="{71BB8839-F055-4A3A-B224-534DC05D89B6}" dt="2026-02-14T10:33:41.342" v="179" actId="1076"/>
          <ac:grpSpMkLst>
            <pc:docMk/>
            <pc:sldMk cId="558290983" sldId="272"/>
            <ac:grpSpMk id="45" creationId="{58B98D4F-E8FB-6DAF-734A-7F64082459F6}"/>
          </ac:grpSpMkLst>
        </pc:grpChg>
        <pc:cxnChg chg="del mod">
          <ac:chgData name="Good Relax" userId="6e4d3e54824fd230" providerId="LiveId" clId="{71BB8839-F055-4A3A-B224-534DC05D89B6}" dt="2026-02-14T10:36:26.063" v="204" actId="478"/>
          <ac:cxnSpMkLst>
            <pc:docMk/>
            <pc:sldMk cId="558290983" sldId="272"/>
            <ac:cxnSpMk id="8" creationId="{465FD552-5DDF-A8C3-4E23-BE05C95F81FD}"/>
          </ac:cxnSpMkLst>
        </pc:cxnChg>
        <pc:cxnChg chg="del">
          <ac:chgData name="Good Relax" userId="6e4d3e54824fd230" providerId="LiveId" clId="{71BB8839-F055-4A3A-B224-534DC05D89B6}" dt="2026-02-14T10:35:38.849" v="186" actId="478"/>
          <ac:cxnSpMkLst>
            <pc:docMk/>
            <pc:sldMk cId="558290983" sldId="272"/>
            <ac:cxnSpMk id="13" creationId="{8D349C90-B1F6-3BEA-8826-51B887850AC5}"/>
          </ac:cxnSpMkLst>
        </pc:cxnChg>
        <pc:cxnChg chg="del">
          <ac:chgData name="Good Relax" userId="6e4d3e54824fd230" providerId="LiveId" clId="{71BB8839-F055-4A3A-B224-534DC05D89B6}" dt="2026-02-14T10:35:41.489" v="188" actId="478"/>
          <ac:cxnSpMkLst>
            <pc:docMk/>
            <pc:sldMk cId="558290983" sldId="272"/>
            <ac:cxnSpMk id="22" creationId="{28F4068E-4294-99B0-F622-55E3F1AEB658}"/>
          </ac:cxnSpMkLst>
        </pc:cxnChg>
        <pc:cxnChg chg="del">
          <ac:chgData name="Good Relax" userId="6e4d3e54824fd230" providerId="LiveId" clId="{71BB8839-F055-4A3A-B224-534DC05D89B6}" dt="2026-02-14T10:35:30.261" v="184" actId="478"/>
          <ac:cxnSpMkLst>
            <pc:docMk/>
            <pc:sldMk cId="558290983" sldId="272"/>
            <ac:cxnSpMk id="39" creationId="{64771FC0-B8D8-C474-BCE5-048A399FB04A}"/>
          </ac:cxnSpMkLst>
        </pc:cxnChg>
        <pc:cxnChg chg="del">
          <ac:chgData name="Good Relax" userId="6e4d3e54824fd230" providerId="LiveId" clId="{71BB8839-F055-4A3A-B224-534DC05D89B6}" dt="2026-02-14T10:35:29.253" v="183" actId="478"/>
          <ac:cxnSpMkLst>
            <pc:docMk/>
            <pc:sldMk cId="558290983" sldId="272"/>
            <ac:cxnSpMk id="43" creationId="{8027CC69-C8DE-CDF4-4724-D7638465DCD5}"/>
          </ac:cxnSpMkLst>
        </pc:cxnChg>
        <pc:cxnChg chg="del">
          <ac:chgData name="Good Relax" userId="6e4d3e54824fd230" providerId="LiveId" clId="{71BB8839-F055-4A3A-B224-534DC05D89B6}" dt="2026-02-14T10:35:47.298" v="189" actId="478"/>
          <ac:cxnSpMkLst>
            <pc:docMk/>
            <pc:sldMk cId="558290983" sldId="272"/>
            <ac:cxnSpMk id="57" creationId="{D093D859-1E7D-C0FF-0BF5-9C4EBDC32032}"/>
          </ac:cxnSpMkLst>
        </pc:cxnChg>
        <pc:cxnChg chg="del">
          <ac:chgData name="Good Relax" userId="6e4d3e54824fd230" providerId="LiveId" clId="{71BB8839-F055-4A3A-B224-534DC05D89B6}" dt="2026-02-14T10:35:48.230" v="190" actId="478"/>
          <ac:cxnSpMkLst>
            <pc:docMk/>
            <pc:sldMk cId="558290983" sldId="272"/>
            <ac:cxnSpMk id="61" creationId="{6AC0CD13-40E8-C89F-641D-04C6DE0996AA}"/>
          </ac:cxnSpMkLst>
        </pc:cxnChg>
        <pc:cxnChg chg="del">
          <ac:chgData name="Good Relax" userId="6e4d3e54824fd230" providerId="LiveId" clId="{71BB8839-F055-4A3A-B224-534DC05D89B6}" dt="2026-02-14T10:35:50.664" v="193" actId="478"/>
          <ac:cxnSpMkLst>
            <pc:docMk/>
            <pc:sldMk cId="558290983" sldId="272"/>
            <ac:cxnSpMk id="69" creationId="{87803C72-3143-63B4-3A4D-AAFAEF8690F9}"/>
          </ac:cxnSpMkLst>
        </pc:cxnChg>
        <pc:cxnChg chg="mod">
          <ac:chgData name="Good Relax" userId="6e4d3e54824fd230" providerId="LiveId" clId="{71BB8839-F055-4A3A-B224-534DC05D89B6}" dt="2026-02-14T10:36:09.758" v="198" actId="14100"/>
          <ac:cxnSpMkLst>
            <pc:docMk/>
            <pc:sldMk cId="558290983" sldId="272"/>
            <ac:cxnSpMk id="72" creationId="{95E21BB2-4FFB-DA59-BC1C-7B7393FB7132}"/>
          </ac:cxnSpMkLst>
        </pc:cxnChg>
        <pc:cxnChg chg="del">
          <ac:chgData name="Good Relax" userId="6e4d3e54824fd230" providerId="LiveId" clId="{71BB8839-F055-4A3A-B224-534DC05D89B6}" dt="2026-02-14T10:35:51.662" v="194" actId="478"/>
          <ac:cxnSpMkLst>
            <pc:docMk/>
            <pc:sldMk cId="558290983" sldId="272"/>
            <ac:cxnSpMk id="77" creationId="{768DE311-DBCB-B92F-599A-768A642F203A}"/>
          </ac:cxnSpMkLst>
        </pc:cxnChg>
        <pc:cxnChg chg="add mod">
          <ac:chgData name="Good Relax" userId="6e4d3e54824fd230" providerId="LiveId" clId="{71BB8839-F055-4A3A-B224-534DC05D89B6}" dt="2026-02-14T10:36:24.178" v="203" actId="554"/>
          <ac:cxnSpMkLst>
            <pc:docMk/>
            <pc:sldMk cId="558290983" sldId="272"/>
            <ac:cxnSpMk id="91" creationId="{C680343A-3512-15C5-F34E-D3CC4561DBEB}"/>
          </ac:cxnSpMkLst>
        </pc:cxnChg>
      </pc:sldChg>
      <pc:sldChg chg="addSp delSp modSp new mod">
        <pc:chgData name="Good Relax" userId="6e4d3e54824fd230" providerId="LiveId" clId="{71BB8839-F055-4A3A-B224-534DC05D89B6}" dt="2026-02-14T11:04:48.310" v="526" actId="1076"/>
        <pc:sldMkLst>
          <pc:docMk/>
          <pc:sldMk cId="1937220443" sldId="273"/>
        </pc:sldMkLst>
        <pc:spChg chg="mod">
          <ac:chgData name="Good Relax" userId="6e4d3e54824fd230" providerId="LiveId" clId="{71BB8839-F055-4A3A-B224-534DC05D89B6}" dt="2026-02-14T11:01:06.511" v="441" actId="165"/>
          <ac:spMkLst>
            <pc:docMk/>
            <pc:sldMk cId="1937220443" sldId="273"/>
            <ac:spMk id="3" creationId="{AE6FB673-E3C2-13DE-D3FF-AAD455577087}"/>
          </ac:spMkLst>
        </pc:spChg>
        <pc:spChg chg="mod">
          <ac:chgData name="Good Relax" userId="6e4d3e54824fd230" providerId="LiveId" clId="{71BB8839-F055-4A3A-B224-534DC05D89B6}" dt="2026-02-14T10:56:39.502" v="378"/>
          <ac:spMkLst>
            <pc:docMk/>
            <pc:sldMk cId="1937220443" sldId="273"/>
            <ac:spMk id="7" creationId="{455951DF-5D5E-2045-7819-67DB63CEAFF3}"/>
          </ac:spMkLst>
        </pc:spChg>
        <pc:spChg chg="mod">
          <ac:chgData name="Good Relax" userId="6e4d3e54824fd230" providerId="LiveId" clId="{71BB8839-F055-4A3A-B224-534DC05D89B6}" dt="2026-02-14T10:56:39.502" v="378"/>
          <ac:spMkLst>
            <pc:docMk/>
            <pc:sldMk cId="1937220443" sldId="273"/>
            <ac:spMk id="10" creationId="{69906F59-216D-985A-19E6-B4EEA7BE2296}"/>
          </ac:spMkLst>
        </pc:spChg>
        <pc:spChg chg="mod">
          <ac:chgData name="Good Relax" userId="6e4d3e54824fd230" providerId="LiveId" clId="{71BB8839-F055-4A3A-B224-534DC05D89B6}" dt="2026-02-14T11:01:06.511" v="441" actId="165"/>
          <ac:spMkLst>
            <pc:docMk/>
            <pc:sldMk cId="1937220443" sldId="273"/>
            <ac:spMk id="11" creationId="{93B49F5E-5070-C384-9462-722DAED74927}"/>
          </ac:spMkLst>
        </pc:spChg>
        <pc:spChg chg="mod">
          <ac:chgData name="Good Relax" userId="6e4d3e54824fd230" providerId="LiveId" clId="{71BB8839-F055-4A3A-B224-534DC05D89B6}" dt="2026-02-14T10:56:39.502" v="378"/>
          <ac:spMkLst>
            <pc:docMk/>
            <pc:sldMk cId="1937220443" sldId="273"/>
            <ac:spMk id="13" creationId="{8C3FD3F1-A4FB-F2B5-CD76-681934DA7FA2}"/>
          </ac:spMkLst>
        </pc:spChg>
        <pc:spChg chg="mod">
          <ac:chgData name="Good Relax" userId="6e4d3e54824fd230" providerId="LiveId" clId="{71BB8839-F055-4A3A-B224-534DC05D89B6}" dt="2026-02-14T11:01:06.511" v="441" actId="165"/>
          <ac:spMkLst>
            <pc:docMk/>
            <pc:sldMk cId="1937220443" sldId="273"/>
            <ac:spMk id="15" creationId="{DEFC6A54-D05D-953A-A065-A18C47B4AF27}"/>
          </ac:spMkLst>
        </pc:spChg>
        <pc:spChg chg="mod">
          <ac:chgData name="Good Relax" userId="6e4d3e54824fd230" providerId="LiveId" clId="{71BB8839-F055-4A3A-B224-534DC05D89B6}" dt="2026-02-14T11:01:06.511" v="441" actId="165"/>
          <ac:spMkLst>
            <pc:docMk/>
            <pc:sldMk cId="1937220443" sldId="273"/>
            <ac:spMk id="17" creationId="{40A3E256-D6FB-7D75-F8F2-CB487A76D474}"/>
          </ac:spMkLst>
        </pc:spChg>
        <pc:spChg chg="mod">
          <ac:chgData name="Good Relax" userId="6e4d3e54824fd230" providerId="LiveId" clId="{71BB8839-F055-4A3A-B224-534DC05D89B6}" dt="2026-02-14T11:01:06.511" v="441" actId="165"/>
          <ac:spMkLst>
            <pc:docMk/>
            <pc:sldMk cId="1937220443" sldId="273"/>
            <ac:spMk id="22" creationId="{D8B9F387-C861-63F9-E96B-6B0B5CE6E54F}"/>
          </ac:spMkLst>
        </pc:spChg>
        <pc:spChg chg="mod">
          <ac:chgData name="Good Relax" userId="6e4d3e54824fd230" providerId="LiveId" clId="{71BB8839-F055-4A3A-B224-534DC05D89B6}" dt="2026-02-14T10:56:39.502" v="378"/>
          <ac:spMkLst>
            <pc:docMk/>
            <pc:sldMk cId="1937220443" sldId="273"/>
            <ac:spMk id="25" creationId="{F8BBF9F1-B775-9870-BBDC-0B19794BBC85}"/>
          </ac:spMkLst>
        </pc:spChg>
        <pc:spChg chg="mod">
          <ac:chgData name="Good Relax" userId="6e4d3e54824fd230" providerId="LiveId" clId="{71BB8839-F055-4A3A-B224-534DC05D89B6}" dt="2026-02-14T10:56:39.502" v="378"/>
          <ac:spMkLst>
            <pc:docMk/>
            <pc:sldMk cId="1937220443" sldId="273"/>
            <ac:spMk id="26" creationId="{8B1015C7-9AC0-60DD-8C03-6C2031168576}"/>
          </ac:spMkLst>
        </pc:spChg>
        <pc:spChg chg="mod">
          <ac:chgData name="Good Relax" userId="6e4d3e54824fd230" providerId="LiveId" clId="{71BB8839-F055-4A3A-B224-534DC05D89B6}" dt="2026-02-14T10:56:39.502" v="378"/>
          <ac:spMkLst>
            <pc:docMk/>
            <pc:sldMk cId="1937220443" sldId="273"/>
            <ac:spMk id="27" creationId="{DBA98430-5BCB-0147-90FD-9FDE5DBBA8B0}"/>
          </ac:spMkLst>
        </pc:spChg>
        <pc:spChg chg="mod">
          <ac:chgData name="Good Relax" userId="6e4d3e54824fd230" providerId="LiveId" clId="{71BB8839-F055-4A3A-B224-534DC05D89B6}" dt="2026-02-14T10:56:51.666" v="384" actId="571"/>
          <ac:spMkLst>
            <pc:docMk/>
            <pc:sldMk cId="1937220443" sldId="273"/>
            <ac:spMk id="31" creationId="{5E4B2BAD-6AE8-9063-F1E2-6B99E08A4205}"/>
          </ac:spMkLst>
        </pc:spChg>
        <pc:spChg chg="mod">
          <ac:chgData name="Good Relax" userId="6e4d3e54824fd230" providerId="LiveId" clId="{71BB8839-F055-4A3A-B224-534DC05D89B6}" dt="2026-02-14T10:56:51.666" v="384" actId="571"/>
          <ac:spMkLst>
            <pc:docMk/>
            <pc:sldMk cId="1937220443" sldId="273"/>
            <ac:spMk id="33" creationId="{E060C0F5-B4B3-36CA-EE02-11F5DF73F17C}"/>
          </ac:spMkLst>
        </pc:spChg>
        <pc:spChg chg="mod">
          <ac:chgData name="Good Relax" userId="6e4d3e54824fd230" providerId="LiveId" clId="{71BB8839-F055-4A3A-B224-534DC05D89B6}" dt="2026-02-14T10:56:51.666" v="384" actId="571"/>
          <ac:spMkLst>
            <pc:docMk/>
            <pc:sldMk cId="1937220443" sldId="273"/>
            <ac:spMk id="38" creationId="{DE6B5D38-9305-DFE4-AB8E-4BDC7FD6AF39}"/>
          </ac:spMkLst>
        </pc:spChg>
        <pc:spChg chg="mod">
          <ac:chgData name="Good Relax" userId="6e4d3e54824fd230" providerId="LiveId" clId="{71BB8839-F055-4A3A-B224-534DC05D89B6}" dt="2026-02-14T10:56:51.666" v="384" actId="571"/>
          <ac:spMkLst>
            <pc:docMk/>
            <pc:sldMk cId="1937220443" sldId="273"/>
            <ac:spMk id="40" creationId="{13663B01-0F31-B8D8-0B86-011239DAC547}"/>
          </ac:spMkLst>
        </pc:spChg>
        <pc:spChg chg="mod">
          <ac:chgData name="Good Relax" userId="6e4d3e54824fd230" providerId="LiveId" clId="{71BB8839-F055-4A3A-B224-534DC05D89B6}" dt="2026-02-14T11:01:06.511" v="441" actId="165"/>
          <ac:spMkLst>
            <pc:docMk/>
            <pc:sldMk cId="1937220443" sldId="273"/>
            <ac:spMk id="41" creationId="{3EB64B52-9908-F226-84FD-7E35A45FBC69}"/>
          </ac:spMkLst>
        </pc:spChg>
        <pc:spChg chg="mod">
          <ac:chgData name="Good Relax" userId="6e4d3e54824fd230" providerId="LiveId" clId="{71BB8839-F055-4A3A-B224-534DC05D89B6}" dt="2026-02-14T10:56:51.666" v="384" actId="571"/>
          <ac:spMkLst>
            <pc:docMk/>
            <pc:sldMk cId="1937220443" sldId="273"/>
            <ac:spMk id="42" creationId="{EF6F99C2-AF5A-1EBB-373F-36D8EA8C8299}"/>
          </ac:spMkLst>
        </pc:spChg>
        <pc:spChg chg="mod">
          <ac:chgData name="Good Relax" userId="6e4d3e54824fd230" providerId="LiveId" clId="{71BB8839-F055-4A3A-B224-534DC05D89B6}" dt="2026-02-14T10:56:51.666" v="384" actId="571"/>
          <ac:spMkLst>
            <pc:docMk/>
            <pc:sldMk cId="1937220443" sldId="273"/>
            <ac:spMk id="43" creationId="{C4A3C37C-F867-70E9-A9C0-E2282658850D}"/>
          </ac:spMkLst>
        </pc:spChg>
        <pc:spChg chg="mod">
          <ac:chgData name="Good Relax" userId="6e4d3e54824fd230" providerId="LiveId" clId="{71BB8839-F055-4A3A-B224-534DC05D89B6}" dt="2026-02-14T10:56:51.666" v="384" actId="571"/>
          <ac:spMkLst>
            <pc:docMk/>
            <pc:sldMk cId="1937220443" sldId="273"/>
            <ac:spMk id="49" creationId="{3570AF4D-FF46-9AA0-4D0E-4B7B39F1871A}"/>
          </ac:spMkLst>
        </pc:spChg>
        <pc:spChg chg="mod">
          <ac:chgData name="Good Relax" userId="6e4d3e54824fd230" providerId="LiveId" clId="{71BB8839-F055-4A3A-B224-534DC05D89B6}" dt="2026-02-14T10:56:51.666" v="384" actId="571"/>
          <ac:spMkLst>
            <pc:docMk/>
            <pc:sldMk cId="1937220443" sldId="273"/>
            <ac:spMk id="50" creationId="{6B292B18-2843-DEFC-F2EB-77752B2B8E71}"/>
          </ac:spMkLst>
        </pc:spChg>
        <pc:spChg chg="mod">
          <ac:chgData name="Good Relax" userId="6e4d3e54824fd230" providerId="LiveId" clId="{71BB8839-F055-4A3A-B224-534DC05D89B6}" dt="2026-02-14T10:56:51.666" v="384" actId="571"/>
          <ac:spMkLst>
            <pc:docMk/>
            <pc:sldMk cId="1937220443" sldId="273"/>
            <ac:spMk id="53" creationId="{E3121F06-E8A5-D34B-1024-77E864FE3E25}"/>
          </ac:spMkLst>
        </pc:spChg>
        <pc:spChg chg="mod">
          <ac:chgData name="Good Relax" userId="6e4d3e54824fd230" providerId="LiveId" clId="{71BB8839-F055-4A3A-B224-534DC05D89B6}" dt="2026-02-14T11:01:06.511" v="441" actId="165"/>
          <ac:spMkLst>
            <pc:docMk/>
            <pc:sldMk cId="1937220443" sldId="273"/>
            <ac:spMk id="54" creationId="{154D727A-5092-B2F0-0BE5-0CA0824764C3}"/>
          </ac:spMkLst>
        </pc:spChg>
        <pc:spChg chg="mod">
          <ac:chgData name="Good Relax" userId="6e4d3e54824fd230" providerId="LiveId" clId="{71BB8839-F055-4A3A-B224-534DC05D89B6}" dt="2026-02-14T10:56:51.666" v="384" actId="571"/>
          <ac:spMkLst>
            <pc:docMk/>
            <pc:sldMk cId="1937220443" sldId="273"/>
            <ac:spMk id="55" creationId="{33340E58-46E7-07FF-7298-4B6D035453BE}"/>
          </ac:spMkLst>
        </pc:spChg>
        <pc:spChg chg="mod">
          <ac:chgData name="Good Relax" userId="6e4d3e54824fd230" providerId="LiveId" clId="{71BB8839-F055-4A3A-B224-534DC05D89B6}" dt="2026-02-14T10:56:58.446" v="386" actId="571"/>
          <ac:spMkLst>
            <pc:docMk/>
            <pc:sldMk cId="1937220443" sldId="273"/>
            <ac:spMk id="59" creationId="{EDBDC3C3-C0D9-73DC-98A3-224B90110364}"/>
          </ac:spMkLst>
        </pc:spChg>
        <pc:spChg chg="mod">
          <ac:chgData name="Good Relax" userId="6e4d3e54824fd230" providerId="LiveId" clId="{71BB8839-F055-4A3A-B224-534DC05D89B6}" dt="2026-02-14T10:56:58.446" v="386" actId="571"/>
          <ac:spMkLst>
            <pc:docMk/>
            <pc:sldMk cId="1937220443" sldId="273"/>
            <ac:spMk id="60" creationId="{63EEDB12-BA08-925B-011F-63C9E31D280C}"/>
          </ac:spMkLst>
        </pc:spChg>
        <pc:spChg chg="mod">
          <ac:chgData name="Good Relax" userId="6e4d3e54824fd230" providerId="LiveId" clId="{71BB8839-F055-4A3A-B224-534DC05D89B6}" dt="2026-02-14T10:56:58.446" v="386" actId="571"/>
          <ac:spMkLst>
            <pc:docMk/>
            <pc:sldMk cId="1937220443" sldId="273"/>
            <ac:spMk id="61" creationId="{090465C4-B7AE-E48A-B2AD-306A997C8B46}"/>
          </ac:spMkLst>
        </pc:spChg>
        <pc:spChg chg="mod">
          <ac:chgData name="Good Relax" userId="6e4d3e54824fd230" providerId="LiveId" clId="{71BB8839-F055-4A3A-B224-534DC05D89B6}" dt="2026-02-14T10:56:58.446" v="386" actId="571"/>
          <ac:spMkLst>
            <pc:docMk/>
            <pc:sldMk cId="1937220443" sldId="273"/>
            <ac:spMk id="62" creationId="{B5D2DF76-422A-E8C4-9CD7-AAE7B220FD76}"/>
          </ac:spMkLst>
        </pc:spChg>
        <pc:spChg chg="mod">
          <ac:chgData name="Good Relax" userId="6e4d3e54824fd230" providerId="LiveId" clId="{71BB8839-F055-4A3A-B224-534DC05D89B6}" dt="2026-02-14T10:56:58.446" v="386" actId="571"/>
          <ac:spMkLst>
            <pc:docMk/>
            <pc:sldMk cId="1937220443" sldId="273"/>
            <ac:spMk id="63" creationId="{7068EEB1-4A8E-F7B2-6CD5-F1BA24AC25E3}"/>
          </ac:spMkLst>
        </pc:spChg>
        <pc:spChg chg="mod">
          <ac:chgData name="Good Relax" userId="6e4d3e54824fd230" providerId="LiveId" clId="{71BB8839-F055-4A3A-B224-534DC05D89B6}" dt="2026-02-14T11:01:06.511" v="441" actId="165"/>
          <ac:spMkLst>
            <pc:docMk/>
            <pc:sldMk cId="1937220443" sldId="273"/>
            <ac:spMk id="64" creationId="{05E0AB1B-463E-55E4-1E3A-DCF65DF19D90}"/>
          </ac:spMkLst>
        </pc:spChg>
        <pc:spChg chg="mod">
          <ac:chgData name="Good Relax" userId="6e4d3e54824fd230" providerId="LiveId" clId="{71BB8839-F055-4A3A-B224-534DC05D89B6}" dt="2026-02-14T10:57:00.742" v="387" actId="571"/>
          <ac:spMkLst>
            <pc:docMk/>
            <pc:sldMk cId="1937220443" sldId="273"/>
            <ac:spMk id="66" creationId="{586CC97E-2583-F6EF-0A5A-1E2A28A2A6FD}"/>
          </ac:spMkLst>
        </pc:spChg>
        <pc:spChg chg="mod">
          <ac:chgData name="Good Relax" userId="6e4d3e54824fd230" providerId="LiveId" clId="{71BB8839-F055-4A3A-B224-534DC05D89B6}" dt="2026-02-14T10:57:00.742" v="387" actId="571"/>
          <ac:spMkLst>
            <pc:docMk/>
            <pc:sldMk cId="1937220443" sldId="273"/>
            <ac:spMk id="67" creationId="{94CD4815-5A4F-C38C-DE67-91493AD2CF4F}"/>
          </ac:spMkLst>
        </pc:spChg>
        <pc:spChg chg="mod">
          <ac:chgData name="Good Relax" userId="6e4d3e54824fd230" providerId="LiveId" clId="{71BB8839-F055-4A3A-B224-534DC05D89B6}" dt="2026-02-14T10:57:00.742" v="387" actId="571"/>
          <ac:spMkLst>
            <pc:docMk/>
            <pc:sldMk cId="1937220443" sldId="273"/>
            <ac:spMk id="68" creationId="{CB1AF968-E9D4-987D-DF50-56E8FA276691}"/>
          </ac:spMkLst>
        </pc:spChg>
        <pc:spChg chg="mod">
          <ac:chgData name="Good Relax" userId="6e4d3e54824fd230" providerId="LiveId" clId="{71BB8839-F055-4A3A-B224-534DC05D89B6}" dt="2026-02-14T10:57:00.742" v="387" actId="571"/>
          <ac:spMkLst>
            <pc:docMk/>
            <pc:sldMk cId="1937220443" sldId="273"/>
            <ac:spMk id="69" creationId="{973F2121-1900-BE98-3E41-D0F90AD13107}"/>
          </ac:spMkLst>
        </pc:spChg>
        <pc:spChg chg="mod">
          <ac:chgData name="Good Relax" userId="6e4d3e54824fd230" providerId="LiveId" clId="{71BB8839-F055-4A3A-B224-534DC05D89B6}" dt="2026-02-14T10:57:00.742" v="387" actId="571"/>
          <ac:spMkLst>
            <pc:docMk/>
            <pc:sldMk cId="1937220443" sldId="273"/>
            <ac:spMk id="71" creationId="{3AB02F77-A63D-E199-BE20-694BA4DEF2D7}"/>
          </ac:spMkLst>
        </pc:spChg>
        <pc:spChg chg="mod">
          <ac:chgData name="Good Relax" userId="6e4d3e54824fd230" providerId="LiveId" clId="{71BB8839-F055-4A3A-B224-534DC05D89B6}" dt="2026-02-14T10:57:00.742" v="387" actId="571"/>
          <ac:spMkLst>
            <pc:docMk/>
            <pc:sldMk cId="1937220443" sldId="273"/>
            <ac:spMk id="73" creationId="{7E67BFA4-34D7-BC41-D303-69B6AB6CF65D}"/>
          </ac:spMkLst>
        </pc:spChg>
        <pc:spChg chg="mod">
          <ac:chgData name="Good Relax" userId="6e4d3e54824fd230" providerId="LiveId" clId="{71BB8839-F055-4A3A-B224-534DC05D89B6}" dt="2026-02-14T10:57:00.742" v="387" actId="571"/>
          <ac:spMkLst>
            <pc:docMk/>
            <pc:sldMk cId="1937220443" sldId="273"/>
            <ac:spMk id="74" creationId="{7BEDA596-6D94-9762-B8D7-12476BB5D935}"/>
          </ac:spMkLst>
        </pc:spChg>
        <pc:spChg chg="mod">
          <ac:chgData name="Good Relax" userId="6e4d3e54824fd230" providerId="LiveId" clId="{71BB8839-F055-4A3A-B224-534DC05D89B6}" dt="2026-02-14T10:57:00.742" v="387" actId="571"/>
          <ac:spMkLst>
            <pc:docMk/>
            <pc:sldMk cId="1937220443" sldId="273"/>
            <ac:spMk id="75" creationId="{E283E5D2-5395-C19A-2856-54DF44E7803B}"/>
          </ac:spMkLst>
        </pc:spChg>
        <pc:spChg chg="mod">
          <ac:chgData name="Good Relax" userId="6e4d3e54824fd230" providerId="LiveId" clId="{71BB8839-F055-4A3A-B224-534DC05D89B6}" dt="2026-02-14T10:57:00.742" v="387" actId="571"/>
          <ac:spMkLst>
            <pc:docMk/>
            <pc:sldMk cId="1937220443" sldId="273"/>
            <ac:spMk id="77" creationId="{1735508C-21BD-C41F-413A-40AC9CBAEB9D}"/>
          </ac:spMkLst>
        </pc:spChg>
        <pc:spChg chg="mod">
          <ac:chgData name="Good Relax" userId="6e4d3e54824fd230" providerId="LiveId" clId="{71BB8839-F055-4A3A-B224-534DC05D89B6}" dt="2026-02-14T11:01:06.511" v="441" actId="165"/>
          <ac:spMkLst>
            <pc:docMk/>
            <pc:sldMk cId="1937220443" sldId="273"/>
            <ac:spMk id="78" creationId="{0CDDAFC4-A433-07DD-4FCE-AA2D71C78A87}"/>
          </ac:spMkLst>
        </pc:spChg>
        <pc:spChg chg="mod">
          <ac:chgData name="Good Relax" userId="6e4d3e54824fd230" providerId="LiveId" clId="{71BB8839-F055-4A3A-B224-534DC05D89B6}" dt="2026-02-14T10:57:19.056" v="397" actId="571"/>
          <ac:spMkLst>
            <pc:docMk/>
            <pc:sldMk cId="1937220443" sldId="273"/>
            <ac:spMk id="80" creationId="{74250768-23E7-77E4-8269-5E9F8CF2F4FA}"/>
          </ac:spMkLst>
        </pc:spChg>
        <pc:spChg chg="mod">
          <ac:chgData name="Good Relax" userId="6e4d3e54824fd230" providerId="LiveId" clId="{71BB8839-F055-4A3A-B224-534DC05D89B6}" dt="2026-02-14T10:57:19.056" v="397" actId="571"/>
          <ac:spMkLst>
            <pc:docMk/>
            <pc:sldMk cId="1937220443" sldId="273"/>
            <ac:spMk id="81" creationId="{ECD32089-BD76-2CC4-5021-D2A6B730B28B}"/>
          </ac:spMkLst>
        </pc:spChg>
        <pc:spChg chg="mod">
          <ac:chgData name="Good Relax" userId="6e4d3e54824fd230" providerId="LiveId" clId="{71BB8839-F055-4A3A-B224-534DC05D89B6}" dt="2026-02-14T10:57:19.056" v="397" actId="571"/>
          <ac:spMkLst>
            <pc:docMk/>
            <pc:sldMk cId="1937220443" sldId="273"/>
            <ac:spMk id="82" creationId="{9E876CCA-EC0E-5C49-C628-1240163C05C2}"/>
          </ac:spMkLst>
        </pc:spChg>
        <pc:spChg chg="mod">
          <ac:chgData name="Good Relax" userId="6e4d3e54824fd230" providerId="LiveId" clId="{71BB8839-F055-4A3A-B224-534DC05D89B6}" dt="2026-02-14T11:01:06.511" v="441" actId="165"/>
          <ac:spMkLst>
            <pc:docMk/>
            <pc:sldMk cId="1937220443" sldId="273"/>
            <ac:spMk id="83" creationId="{DEC92900-D14C-0AE6-1646-A86E561A4074}"/>
          </ac:spMkLst>
        </pc:spChg>
        <pc:spChg chg="mod">
          <ac:chgData name="Good Relax" userId="6e4d3e54824fd230" providerId="LiveId" clId="{71BB8839-F055-4A3A-B224-534DC05D89B6}" dt="2026-02-14T10:57:19.056" v="397" actId="571"/>
          <ac:spMkLst>
            <pc:docMk/>
            <pc:sldMk cId="1937220443" sldId="273"/>
            <ac:spMk id="84" creationId="{52B31627-5E73-9D00-4831-28D457D0E4F6}"/>
          </ac:spMkLst>
        </pc:spChg>
        <pc:spChg chg="mod">
          <ac:chgData name="Good Relax" userId="6e4d3e54824fd230" providerId="LiveId" clId="{71BB8839-F055-4A3A-B224-534DC05D89B6}" dt="2026-02-14T10:57:19.056" v="397" actId="571"/>
          <ac:spMkLst>
            <pc:docMk/>
            <pc:sldMk cId="1937220443" sldId="273"/>
            <ac:spMk id="85" creationId="{4C0160A3-18CD-3D89-1875-1FD5D58791F8}"/>
          </ac:spMkLst>
        </pc:spChg>
        <pc:spChg chg="add mod">
          <ac:chgData name="Good Relax" userId="6e4d3e54824fd230" providerId="LiveId" clId="{71BB8839-F055-4A3A-B224-534DC05D89B6}" dt="2026-02-14T11:01:11.073" v="442" actId="164"/>
          <ac:spMkLst>
            <pc:docMk/>
            <pc:sldMk cId="1937220443" sldId="273"/>
            <ac:spMk id="86" creationId="{1BE769B8-9FD8-B681-E4CB-8C8977C6F6E8}"/>
          </ac:spMkLst>
        </pc:spChg>
        <pc:spChg chg="add mod">
          <ac:chgData name="Good Relax" userId="6e4d3e54824fd230" providerId="LiveId" clId="{71BB8839-F055-4A3A-B224-534DC05D89B6}" dt="2026-02-14T11:01:11.073" v="442" actId="164"/>
          <ac:spMkLst>
            <pc:docMk/>
            <pc:sldMk cId="1937220443" sldId="273"/>
            <ac:spMk id="87" creationId="{012D3371-EE29-4300-A07A-C4013C251C02}"/>
          </ac:spMkLst>
        </pc:spChg>
        <pc:spChg chg="add mod">
          <ac:chgData name="Good Relax" userId="6e4d3e54824fd230" providerId="LiveId" clId="{71BB8839-F055-4A3A-B224-534DC05D89B6}" dt="2026-02-14T11:01:13.033" v="443" actId="164"/>
          <ac:spMkLst>
            <pc:docMk/>
            <pc:sldMk cId="1937220443" sldId="273"/>
            <ac:spMk id="88" creationId="{BB5197FB-9FF3-1B00-2434-42CFD869441D}"/>
          </ac:spMkLst>
        </pc:spChg>
        <pc:spChg chg="add del mod">
          <ac:chgData name="Good Relax" userId="6e4d3e54824fd230" providerId="LiveId" clId="{71BB8839-F055-4A3A-B224-534DC05D89B6}" dt="2026-02-14T10:58:41.790" v="420" actId="478"/>
          <ac:spMkLst>
            <pc:docMk/>
            <pc:sldMk cId="1937220443" sldId="273"/>
            <ac:spMk id="89" creationId="{DE9ECD72-AB5F-268C-3F1A-B856D918FF77}"/>
          </ac:spMkLst>
        </pc:spChg>
        <pc:spChg chg="add mod">
          <ac:chgData name="Good Relax" userId="6e4d3e54824fd230" providerId="LiveId" clId="{71BB8839-F055-4A3A-B224-534DC05D89B6}" dt="2026-02-14T11:01:13.033" v="443" actId="164"/>
          <ac:spMkLst>
            <pc:docMk/>
            <pc:sldMk cId="1937220443" sldId="273"/>
            <ac:spMk id="90" creationId="{40813C4D-34DB-3031-EF9A-F662E9011209}"/>
          </ac:spMkLst>
        </pc:spChg>
        <pc:spChg chg="add mod">
          <ac:chgData name="Good Relax" userId="6e4d3e54824fd230" providerId="LiveId" clId="{71BB8839-F055-4A3A-B224-534DC05D89B6}" dt="2026-02-14T11:04:48.310" v="526" actId="1076"/>
          <ac:spMkLst>
            <pc:docMk/>
            <pc:sldMk cId="1937220443" sldId="273"/>
            <ac:spMk id="95" creationId="{C625011E-9151-8CD6-6BFF-9E1EC37CDD2D}"/>
          </ac:spMkLst>
        </pc:spChg>
        <pc:spChg chg="add mod">
          <ac:chgData name="Good Relax" userId="6e4d3e54824fd230" providerId="LiveId" clId="{71BB8839-F055-4A3A-B224-534DC05D89B6}" dt="2026-02-14T11:03:58.574" v="497" actId="1076"/>
          <ac:spMkLst>
            <pc:docMk/>
            <pc:sldMk cId="1937220443" sldId="273"/>
            <ac:spMk id="96" creationId="{21F72650-DEDE-2D3D-F78A-57E4E6A56EFC}"/>
          </ac:spMkLst>
        </pc:spChg>
        <pc:spChg chg="add mod">
          <ac:chgData name="Good Relax" userId="6e4d3e54824fd230" providerId="LiveId" clId="{71BB8839-F055-4A3A-B224-534DC05D89B6}" dt="2026-02-14T11:04:39.668" v="524" actId="14100"/>
          <ac:spMkLst>
            <pc:docMk/>
            <pc:sldMk cId="1937220443" sldId="273"/>
            <ac:spMk id="97" creationId="{8B563E15-F7F5-04D9-65EE-D0DE8103A9E0}"/>
          </ac:spMkLst>
        </pc:spChg>
        <pc:spChg chg="add mod">
          <ac:chgData name="Good Relax" userId="6e4d3e54824fd230" providerId="LiveId" clId="{71BB8839-F055-4A3A-B224-534DC05D89B6}" dt="2026-02-14T11:04:42.362" v="525" actId="1076"/>
          <ac:spMkLst>
            <pc:docMk/>
            <pc:sldMk cId="1937220443" sldId="273"/>
            <ac:spMk id="98" creationId="{16867EFE-D1D7-F74B-CC6D-AE46A438FB3D}"/>
          </ac:spMkLst>
        </pc:spChg>
        <pc:grpChg chg="mod">
          <ac:chgData name="Good Relax" userId="6e4d3e54824fd230" providerId="LiveId" clId="{71BB8839-F055-4A3A-B224-534DC05D89B6}" dt="2026-02-14T11:03:58.574" v="497" actId="1076"/>
          <ac:grpSpMkLst>
            <pc:docMk/>
            <pc:sldMk cId="1937220443" sldId="273"/>
            <ac:grpSpMk id="2" creationId="{DE976873-5F19-AE18-0EC4-C4B559ED4319}"/>
          </ac:grpSpMkLst>
        </pc:grpChg>
        <pc:grpChg chg="mod">
          <ac:chgData name="Good Relax" userId="6e4d3e54824fd230" providerId="LiveId" clId="{71BB8839-F055-4A3A-B224-534DC05D89B6}" dt="2026-02-14T11:00:52.632" v="437" actId="164"/>
          <ac:grpSpMkLst>
            <pc:docMk/>
            <pc:sldMk cId="1937220443" sldId="273"/>
            <ac:grpSpMk id="9" creationId="{52FE4EAA-CE5F-2AB3-BA33-51522B8A6A58}"/>
          </ac:grpSpMkLst>
        </pc:grpChg>
        <pc:grpChg chg="mod">
          <ac:chgData name="Good Relax" userId="6e4d3e54824fd230" providerId="LiveId" clId="{71BB8839-F055-4A3A-B224-534DC05D89B6}" dt="2026-02-14T11:00:52.632" v="437" actId="164"/>
          <ac:grpSpMkLst>
            <pc:docMk/>
            <pc:sldMk cId="1937220443" sldId="273"/>
            <ac:grpSpMk id="16" creationId="{C38E952E-928B-659E-296E-910E77FB4C75}"/>
          </ac:grpSpMkLst>
        </pc:grpChg>
        <pc:grpChg chg="mod">
          <ac:chgData name="Good Relax" userId="6e4d3e54824fd230" providerId="LiveId" clId="{71BB8839-F055-4A3A-B224-534DC05D89B6}" dt="2026-02-14T11:03:58.574" v="497" actId="1076"/>
          <ac:grpSpMkLst>
            <pc:docMk/>
            <pc:sldMk cId="1937220443" sldId="273"/>
            <ac:grpSpMk id="23" creationId="{17F52CD7-57A3-1505-E516-24759D8FC2D5}"/>
          </ac:grpSpMkLst>
        </pc:grpChg>
        <pc:grpChg chg="mod">
          <ac:chgData name="Good Relax" userId="6e4d3e54824fd230" providerId="LiveId" clId="{71BB8839-F055-4A3A-B224-534DC05D89B6}" dt="2026-02-14T11:03:58.574" v="497" actId="1076"/>
          <ac:grpSpMkLst>
            <pc:docMk/>
            <pc:sldMk cId="1937220443" sldId="273"/>
            <ac:grpSpMk id="30" creationId="{16882A30-962E-D8EC-7536-C94DA167D6B7}"/>
          </ac:grpSpMkLst>
        </pc:grpChg>
        <pc:grpChg chg="mod">
          <ac:chgData name="Good Relax" userId="6e4d3e54824fd230" providerId="LiveId" clId="{71BB8839-F055-4A3A-B224-534DC05D89B6}" dt="2026-02-14T11:03:54.841" v="496" actId="1076"/>
          <ac:grpSpMkLst>
            <pc:docMk/>
            <pc:sldMk cId="1937220443" sldId="273"/>
            <ac:grpSpMk id="37" creationId="{23894B6D-D398-7972-ECAB-28D75287D819}"/>
          </ac:grpSpMkLst>
        </pc:grpChg>
        <pc:grpChg chg="mod">
          <ac:chgData name="Good Relax" userId="6e4d3e54824fd230" providerId="LiveId" clId="{71BB8839-F055-4A3A-B224-534DC05D89B6}" dt="2026-02-14T11:03:54.841" v="496" actId="1076"/>
          <ac:grpSpMkLst>
            <pc:docMk/>
            <pc:sldMk cId="1937220443" sldId="273"/>
            <ac:grpSpMk id="44" creationId="{AC17603B-1FE5-A1B9-7785-D15FCE7A68C5}"/>
          </ac:grpSpMkLst>
        </pc:grpChg>
        <pc:grpChg chg="mod">
          <ac:chgData name="Good Relax" userId="6e4d3e54824fd230" providerId="LiveId" clId="{71BB8839-F055-4A3A-B224-534DC05D89B6}" dt="2026-02-14T11:04:10.388" v="500" actId="1076"/>
          <ac:grpSpMkLst>
            <pc:docMk/>
            <pc:sldMk cId="1937220443" sldId="273"/>
            <ac:grpSpMk id="51" creationId="{F5C449D2-AB2E-D05D-87BF-941137D3D553}"/>
          </ac:grpSpMkLst>
        </pc:grpChg>
        <pc:grpChg chg="add mod">
          <ac:chgData name="Good Relax" userId="6e4d3e54824fd230" providerId="LiveId" clId="{71BB8839-F055-4A3A-B224-534DC05D89B6}" dt="2026-02-14T11:03:58.574" v="497" actId="1076"/>
          <ac:grpSpMkLst>
            <pc:docMk/>
            <pc:sldMk cId="1937220443" sldId="273"/>
            <ac:grpSpMk id="58" creationId="{23B3E4CD-3E6D-EC60-6B49-1358341C877C}"/>
          </ac:grpSpMkLst>
        </pc:grpChg>
        <pc:grpChg chg="mod">
          <ac:chgData name="Good Relax" userId="6e4d3e54824fd230" providerId="LiveId" clId="{71BB8839-F055-4A3A-B224-534DC05D89B6}" dt="2026-02-14T11:03:58.574" v="497" actId="1076"/>
          <ac:grpSpMkLst>
            <pc:docMk/>
            <pc:sldMk cId="1937220443" sldId="273"/>
            <ac:grpSpMk id="65" creationId="{11325B9C-BCCE-FEEA-2834-28FFCCB162D7}"/>
          </ac:grpSpMkLst>
        </pc:grpChg>
        <pc:grpChg chg="mod">
          <ac:chgData name="Good Relax" userId="6e4d3e54824fd230" providerId="LiveId" clId="{71BB8839-F055-4A3A-B224-534DC05D89B6}" dt="2026-02-14T11:03:58.574" v="497" actId="1076"/>
          <ac:grpSpMkLst>
            <pc:docMk/>
            <pc:sldMk cId="1937220443" sldId="273"/>
            <ac:grpSpMk id="72" creationId="{0604CE9B-2571-61C3-1AB7-F6495892760D}"/>
          </ac:grpSpMkLst>
        </pc:grpChg>
        <pc:grpChg chg="add mod">
          <ac:chgData name="Good Relax" userId="6e4d3e54824fd230" providerId="LiveId" clId="{71BB8839-F055-4A3A-B224-534DC05D89B6}" dt="2026-02-14T11:00:52.632" v="437" actId="164"/>
          <ac:grpSpMkLst>
            <pc:docMk/>
            <pc:sldMk cId="1937220443" sldId="273"/>
            <ac:grpSpMk id="79" creationId="{B6C4C9BB-8BC0-E5C4-B273-6B726BE7DF3E}"/>
          </ac:grpSpMkLst>
        </pc:grpChg>
        <pc:grpChg chg="add mod">
          <ac:chgData name="Good Relax" userId="6e4d3e54824fd230" providerId="LiveId" clId="{71BB8839-F055-4A3A-B224-534DC05D89B6}" dt="2026-02-14T11:00:57.707" v="439" actId="1076"/>
          <ac:grpSpMkLst>
            <pc:docMk/>
            <pc:sldMk cId="1937220443" sldId="273"/>
            <ac:grpSpMk id="91" creationId="{FABF1D51-2C66-5A9A-1DD5-7FCECF7CD0A9}"/>
          </ac:grpSpMkLst>
        </pc:grpChg>
        <pc:grpChg chg="add mod">
          <ac:chgData name="Good Relax" userId="6e4d3e54824fd230" providerId="LiveId" clId="{71BB8839-F055-4A3A-B224-534DC05D89B6}" dt="2026-02-14T11:01:01.567" v="440" actId="1076"/>
          <ac:grpSpMkLst>
            <pc:docMk/>
            <pc:sldMk cId="1937220443" sldId="273"/>
            <ac:grpSpMk id="92" creationId="{8EE0E16D-CF8C-B79A-058E-2FAECBA01D10}"/>
          </ac:grpSpMkLst>
        </pc:grpChg>
        <pc:grpChg chg="add mod">
          <ac:chgData name="Good Relax" userId="6e4d3e54824fd230" providerId="LiveId" clId="{71BB8839-F055-4A3A-B224-534DC05D89B6}" dt="2026-02-14T11:04:48.310" v="526" actId="1076"/>
          <ac:grpSpMkLst>
            <pc:docMk/>
            <pc:sldMk cId="1937220443" sldId="273"/>
            <ac:grpSpMk id="93" creationId="{96C71025-63C5-E6FA-F28E-633AA39697A4}"/>
          </ac:grpSpMkLst>
        </pc:grpChg>
        <pc:grpChg chg="add mod">
          <ac:chgData name="Good Relax" userId="6e4d3e54824fd230" providerId="LiveId" clId="{71BB8839-F055-4A3A-B224-534DC05D89B6}" dt="2026-02-14T11:03:58.574" v="497" actId="1076"/>
          <ac:grpSpMkLst>
            <pc:docMk/>
            <pc:sldMk cId="1937220443" sldId="273"/>
            <ac:grpSpMk id="94" creationId="{8012FE3B-D7DA-BB07-B4A8-D7D029FE78CB}"/>
          </ac:grpSpMkLst>
        </pc:grpChg>
      </pc:sldChg>
      <pc:sldChg chg="addSp delSp modSp new add del mod">
        <pc:chgData name="Good Relax" userId="6e4d3e54824fd230" providerId="LiveId" clId="{71BB8839-F055-4A3A-B224-534DC05D89B6}" dt="2026-02-14T11:37:01.704" v="744" actId="12788"/>
        <pc:sldMkLst>
          <pc:docMk/>
          <pc:sldMk cId="41729782" sldId="274"/>
        </pc:sldMkLst>
        <pc:spChg chg="add mod">
          <ac:chgData name="Good Relax" userId="6e4d3e54824fd230" providerId="LiveId" clId="{71BB8839-F055-4A3A-B224-534DC05D89B6}" dt="2026-02-14T11:33:49.444" v="730" actId="164"/>
          <ac:spMkLst>
            <pc:docMk/>
            <pc:sldMk cId="41729782" sldId="274"/>
            <ac:spMk id="2" creationId="{5B21D646-F2F7-B241-DBD1-321537EC644E}"/>
          </ac:spMkLst>
        </pc:spChg>
        <pc:spChg chg="add mod">
          <ac:chgData name="Good Relax" userId="6e4d3e54824fd230" providerId="LiveId" clId="{71BB8839-F055-4A3A-B224-534DC05D89B6}" dt="2026-02-14T11:33:49.444" v="730" actId="164"/>
          <ac:spMkLst>
            <pc:docMk/>
            <pc:sldMk cId="41729782" sldId="274"/>
            <ac:spMk id="3" creationId="{704B5C2C-B541-96EF-C414-9AFCC6E43A98}"/>
          </ac:spMkLst>
        </pc:spChg>
        <pc:spChg chg="add mod">
          <ac:chgData name="Good Relax" userId="6e4d3e54824fd230" providerId="LiveId" clId="{71BB8839-F055-4A3A-B224-534DC05D89B6}" dt="2026-02-14T11:33:49.444" v="730" actId="164"/>
          <ac:spMkLst>
            <pc:docMk/>
            <pc:sldMk cId="41729782" sldId="274"/>
            <ac:spMk id="7" creationId="{E9C97250-609D-253F-719F-563A56317784}"/>
          </ac:spMkLst>
        </pc:spChg>
        <pc:spChg chg="add del">
          <ac:chgData name="Good Relax" userId="6e4d3e54824fd230" providerId="LiveId" clId="{71BB8839-F055-4A3A-B224-534DC05D89B6}" dt="2026-02-14T11:21:55.305" v="556" actId="478"/>
          <ac:spMkLst>
            <pc:docMk/>
            <pc:sldMk cId="41729782" sldId="274"/>
            <ac:spMk id="8" creationId="{94A294C3-446A-C030-2333-506740238C0C}"/>
          </ac:spMkLst>
        </pc:spChg>
        <pc:spChg chg="add mod">
          <ac:chgData name="Good Relax" userId="6e4d3e54824fd230" providerId="LiveId" clId="{71BB8839-F055-4A3A-B224-534DC05D89B6}" dt="2026-02-14T11:37:01.704" v="744" actId="12788"/>
          <ac:spMkLst>
            <pc:docMk/>
            <pc:sldMk cId="41729782" sldId="274"/>
            <ac:spMk id="9" creationId="{F883C723-42DA-771D-C3B1-D44B910EE6BB}"/>
          </ac:spMkLst>
        </pc:spChg>
        <pc:spChg chg="add mod">
          <ac:chgData name="Good Relax" userId="6e4d3e54824fd230" providerId="LiveId" clId="{71BB8839-F055-4A3A-B224-534DC05D89B6}" dt="2026-02-14T11:33:49.444" v="730" actId="164"/>
          <ac:spMkLst>
            <pc:docMk/>
            <pc:sldMk cId="41729782" sldId="274"/>
            <ac:spMk id="10" creationId="{94C59C96-2147-1102-8757-E9E499D42B76}"/>
          </ac:spMkLst>
        </pc:spChg>
        <pc:spChg chg="add mod">
          <ac:chgData name="Good Relax" userId="6e4d3e54824fd230" providerId="LiveId" clId="{71BB8839-F055-4A3A-B224-534DC05D89B6}" dt="2026-02-14T11:33:49.444" v="730" actId="164"/>
          <ac:spMkLst>
            <pc:docMk/>
            <pc:sldMk cId="41729782" sldId="274"/>
            <ac:spMk id="11" creationId="{0D7EADF2-3BD4-FFFA-5CAC-93130E17E671}"/>
          </ac:spMkLst>
        </pc:spChg>
        <pc:spChg chg="add mod">
          <ac:chgData name="Good Relax" userId="6e4d3e54824fd230" providerId="LiveId" clId="{71BB8839-F055-4A3A-B224-534DC05D89B6}" dt="2026-02-14T11:33:49.444" v="730" actId="164"/>
          <ac:spMkLst>
            <pc:docMk/>
            <pc:sldMk cId="41729782" sldId="274"/>
            <ac:spMk id="12" creationId="{A677BC02-A96A-9044-5BF2-3FD43A70564A}"/>
          </ac:spMkLst>
        </pc:spChg>
        <pc:spChg chg="add del mod">
          <ac:chgData name="Good Relax" userId="6e4d3e54824fd230" providerId="LiveId" clId="{71BB8839-F055-4A3A-B224-534DC05D89B6}" dt="2026-02-14T11:32:03.691" v="711" actId="478"/>
          <ac:spMkLst>
            <pc:docMk/>
            <pc:sldMk cId="41729782" sldId="274"/>
            <ac:spMk id="13" creationId="{B762CE6D-0761-8770-155C-DF61822050E7}"/>
          </ac:spMkLst>
        </pc:spChg>
        <pc:spChg chg="add mod">
          <ac:chgData name="Good Relax" userId="6e4d3e54824fd230" providerId="LiveId" clId="{71BB8839-F055-4A3A-B224-534DC05D89B6}" dt="2026-02-14T11:34:00.512" v="733" actId="1076"/>
          <ac:spMkLst>
            <pc:docMk/>
            <pc:sldMk cId="41729782" sldId="274"/>
            <ac:spMk id="14" creationId="{94F5D85F-9627-8A1B-9F4E-DC3FE08AE5D1}"/>
          </ac:spMkLst>
        </pc:spChg>
        <pc:spChg chg="add mod">
          <ac:chgData name="Good Relax" userId="6e4d3e54824fd230" providerId="LiveId" clId="{71BB8839-F055-4A3A-B224-534DC05D89B6}" dt="2026-02-14T11:34:06.963" v="735" actId="14100"/>
          <ac:spMkLst>
            <pc:docMk/>
            <pc:sldMk cId="41729782" sldId="274"/>
            <ac:spMk id="15" creationId="{D88303EB-51A3-CFBA-4D20-A59D13826392}"/>
          </ac:spMkLst>
        </pc:spChg>
        <pc:spChg chg="add mod">
          <ac:chgData name="Good Relax" userId="6e4d3e54824fd230" providerId="LiveId" clId="{71BB8839-F055-4A3A-B224-534DC05D89B6}" dt="2026-02-14T11:37:01.704" v="744" actId="12788"/>
          <ac:spMkLst>
            <pc:docMk/>
            <pc:sldMk cId="41729782" sldId="274"/>
            <ac:spMk id="16" creationId="{B83E7FF4-4578-5A55-783D-90572ABD1839}"/>
          </ac:spMkLst>
        </pc:spChg>
        <pc:spChg chg="add del mod">
          <ac:chgData name="Good Relax" userId="6e4d3e54824fd230" providerId="LiveId" clId="{71BB8839-F055-4A3A-B224-534DC05D89B6}" dt="2026-02-14T11:26:38.409" v="630" actId="478"/>
          <ac:spMkLst>
            <pc:docMk/>
            <pc:sldMk cId="41729782" sldId="274"/>
            <ac:spMk id="17" creationId="{CB8389ED-0BD9-5BBD-A477-47E48C169734}"/>
          </ac:spMkLst>
        </pc:spChg>
        <pc:spChg chg="add del mod">
          <ac:chgData name="Good Relax" userId="6e4d3e54824fd230" providerId="LiveId" clId="{71BB8839-F055-4A3A-B224-534DC05D89B6}" dt="2026-02-14T11:28:26.865" v="655" actId="478"/>
          <ac:spMkLst>
            <pc:docMk/>
            <pc:sldMk cId="41729782" sldId="274"/>
            <ac:spMk id="18" creationId="{C5AA07F1-F4AA-69B1-760D-948C31E88046}"/>
          </ac:spMkLst>
        </pc:spChg>
        <pc:spChg chg="add mod">
          <ac:chgData name="Good Relax" userId="6e4d3e54824fd230" providerId="LiveId" clId="{71BB8839-F055-4A3A-B224-534DC05D89B6}" dt="2026-02-14T11:33:46.032" v="729" actId="164"/>
          <ac:spMkLst>
            <pc:docMk/>
            <pc:sldMk cId="41729782" sldId="274"/>
            <ac:spMk id="20" creationId="{495BB792-889D-8E64-C6D2-97E4E66CEF82}"/>
          </ac:spMkLst>
        </pc:spChg>
        <pc:spChg chg="add mod">
          <ac:chgData name="Good Relax" userId="6e4d3e54824fd230" providerId="LiveId" clId="{71BB8839-F055-4A3A-B224-534DC05D89B6}" dt="2026-02-14T11:33:46.032" v="729" actId="164"/>
          <ac:spMkLst>
            <pc:docMk/>
            <pc:sldMk cId="41729782" sldId="274"/>
            <ac:spMk id="22" creationId="{6270A47F-96C4-0992-A98E-8428B51EE995}"/>
          </ac:spMkLst>
        </pc:spChg>
        <pc:spChg chg="add mod">
          <ac:chgData name="Good Relax" userId="6e4d3e54824fd230" providerId="LiveId" clId="{71BB8839-F055-4A3A-B224-534DC05D89B6}" dt="2026-02-14T11:33:46.032" v="729" actId="164"/>
          <ac:spMkLst>
            <pc:docMk/>
            <pc:sldMk cId="41729782" sldId="274"/>
            <ac:spMk id="23" creationId="{CA8B877A-8095-35D6-25E7-89AD2DBAB08E}"/>
          </ac:spMkLst>
        </pc:spChg>
        <pc:spChg chg="add mod">
          <ac:chgData name="Good Relax" userId="6e4d3e54824fd230" providerId="LiveId" clId="{71BB8839-F055-4A3A-B224-534DC05D89B6}" dt="2026-02-14T11:33:46.032" v="729" actId="164"/>
          <ac:spMkLst>
            <pc:docMk/>
            <pc:sldMk cId="41729782" sldId="274"/>
            <ac:spMk id="24" creationId="{2890FB67-B0B7-4135-A976-23BCF8F8F794}"/>
          </ac:spMkLst>
        </pc:spChg>
        <pc:spChg chg="add mod">
          <ac:chgData name="Good Relax" userId="6e4d3e54824fd230" providerId="LiveId" clId="{71BB8839-F055-4A3A-B224-534DC05D89B6}" dt="2026-02-14T11:33:46.032" v="729" actId="164"/>
          <ac:spMkLst>
            <pc:docMk/>
            <pc:sldMk cId="41729782" sldId="274"/>
            <ac:spMk id="25" creationId="{32D99702-4F9D-A916-3720-765E40C201B3}"/>
          </ac:spMkLst>
        </pc:spChg>
        <pc:spChg chg="mod topLvl">
          <ac:chgData name="Good Relax" userId="6e4d3e54824fd230" providerId="LiveId" clId="{71BB8839-F055-4A3A-B224-534DC05D89B6}" dt="2026-02-14T11:27:44.044" v="641" actId="164"/>
          <ac:spMkLst>
            <pc:docMk/>
            <pc:sldMk cId="41729782" sldId="274"/>
            <ac:spMk id="27" creationId="{30125853-5219-149D-C65B-ED2E7B0D45E6}"/>
          </ac:spMkLst>
        </pc:spChg>
        <pc:spChg chg="mod topLvl">
          <ac:chgData name="Good Relax" userId="6e4d3e54824fd230" providerId="LiveId" clId="{71BB8839-F055-4A3A-B224-534DC05D89B6}" dt="2026-02-14T11:27:44.044" v="641" actId="164"/>
          <ac:spMkLst>
            <pc:docMk/>
            <pc:sldMk cId="41729782" sldId="274"/>
            <ac:spMk id="28" creationId="{0A18EC10-1C75-F8B6-09A6-650A4776D0C9}"/>
          </ac:spMkLst>
        </pc:spChg>
        <pc:spChg chg="mod topLvl">
          <ac:chgData name="Good Relax" userId="6e4d3e54824fd230" providerId="LiveId" clId="{71BB8839-F055-4A3A-B224-534DC05D89B6}" dt="2026-02-14T11:27:44.044" v="641" actId="164"/>
          <ac:spMkLst>
            <pc:docMk/>
            <pc:sldMk cId="41729782" sldId="274"/>
            <ac:spMk id="29" creationId="{C6C99962-5FB2-25C6-DDEF-70AF82EFE02E}"/>
          </ac:spMkLst>
        </pc:spChg>
        <pc:spChg chg="add del mod">
          <ac:chgData name="Good Relax" userId="6e4d3e54824fd230" providerId="LiveId" clId="{71BB8839-F055-4A3A-B224-534DC05D89B6}" dt="2026-02-14T11:28:39.787" v="661" actId="164"/>
          <ac:spMkLst>
            <pc:docMk/>
            <pc:sldMk cId="41729782" sldId="274"/>
            <ac:spMk id="31" creationId="{E1709EC5-4A58-D92D-5EC9-12E809613779}"/>
          </ac:spMkLst>
        </pc:spChg>
        <pc:spChg chg="add mod">
          <ac:chgData name="Good Relax" userId="6e4d3e54824fd230" providerId="LiveId" clId="{71BB8839-F055-4A3A-B224-534DC05D89B6}" dt="2026-02-14T11:28:39.787" v="661" actId="164"/>
          <ac:spMkLst>
            <pc:docMk/>
            <pc:sldMk cId="41729782" sldId="274"/>
            <ac:spMk id="32" creationId="{57408E11-F39E-FAA4-DF93-DB613914805F}"/>
          </ac:spMkLst>
        </pc:spChg>
        <pc:spChg chg="mod">
          <ac:chgData name="Good Relax" userId="6e4d3e54824fd230" providerId="LiveId" clId="{71BB8839-F055-4A3A-B224-534DC05D89B6}" dt="2026-02-14T11:29:26.752" v="672"/>
          <ac:spMkLst>
            <pc:docMk/>
            <pc:sldMk cId="41729782" sldId="274"/>
            <ac:spMk id="35" creationId="{703944FB-A328-D137-8270-7A3D3A02F350}"/>
          </ac:spMkLst>
        </pc:spChg>
        <pc:spChg chg="mod">
          <ac:chgData name="Good Relax" userId="6e4d3e54824fd230" providerId="LiveId" clId="{71BB8839-F055-4A3A-B224-534DC05D89B6}" dt="2026-02-14T11:29:26.752" v="672"/>
          <ac:spMkLst>
            <pc:docMk/>
            <pc:sldMk cId="41729782" sldId="274"/>
            <ac:spMk id="36" creationId="{7D42AEE0-D352-E7B6-3349-73864C1CB5B9}"/>
          </ac:spMkLst>
        </pc:spChg>
        <pc:spChg chg="mod">
          <ac:chgData name="Good Relax" userId="6e4d3e54824fd230" providerId="LiveId" clId="{71BB8839-F055-4A3A-B224-534DC05D89B6}" dt="2026-02-14T11:29:26.752" v="672"/>
          <ac:spMkLst>
            <pc:docMk/>
            <pc:sldMk cId="41729782" sldId="274"/>
            <ac:spMk id="37" creationId="{728F18D6-BC8C-302B-4E51-2E89DF925C06}"/>
          </ac:spMkLst>
        </pc:spChg>
        <pc:spChg chg="mod">
          <ac:chgData name="Good Relax" userId="6e4d3e54824fd230" providerId="LiveId" clId="{71BB8839-F055-4A3A-B224-534DC05D89B6}" dt="2026-02-14T11:29:26.752" v="672"/>
          <ac:spMkLst>
            <pc:docMk/>
            <pc:sldMk cId="41729782" sldId="274"/>
            <ac:spMk id="38" creationId="{C099FB81-54F9-F1F3-C5F1-302C10AB4C5B}"/>
          </ac:spMkLst>
        </pc:spChg>
        <pc:spChg chg="mod">
          <ac:chgData name="Good Relax" userId="6e4d3e54824fd230" providerId="LiveId" clId="{71BB8839-F055-4A3A-B224-534DC05D89B6}" dt="2026-02-14T11:29:26.752" v="672"/>
          <ac:spMkLst>
            <pc:docMk/>
            <pc:sldMk cId="41729782" sldId="274"/>
            <ac:spMk id="39" creationId="{60FB24F2-836D-DE34-41A2-DBEF84914BB3}"/>
          </ac:spMkLst>
        </pc:spChg>
        <pc:spChg chg="mod">
          <ac:chgData name="Good Relax" userId="6e4d3e54824fd230" providerId="LiveId" clId="{71BB8839-F055-4A3A-B224-534DC05D89B6}" dt="2026-02-14T11:29:26.752" v="672"/>
          <ac:spMkLst>
            <pc:docMk/>
            <pc:sldMk cId="41729782" sldId="274"/>
            <ac:spMk id="40" creationId="{630632F0-6F6F-B190-8635-FC1BCB329DA5}"/>
          </ac:spMkLst>
        </pc:spChg>
        <pc:spChg chg="add mod">
          <ac:chgData name="Good Relax" userId="6e4d3e54824fd230" providerId="LiveId" clId="{71BB8839-F055-4A3A-B224-534DC05D89B6}" dt="2026-02-14T11:33:43.210" v="728" actId="164"/>
          <ac:spMkLst>
            <pc:docMk/>
            <pc:sldMk cId="41729782" sldId="274"/>
            <ac:spMk id="41" creationId="{22993AA1-CA37-C832-8AC4-4810CCB5C9EC}"/>
          </ac:spMkLst>
        </pc:spChg>
        <pc:spChg chg="mod">
          <ac:chgData name="Good Relax" userId="6e4d3e54824fd230" providerId="LiveId" clId="{71BB8839-F055-4A3A-B224-534DC05D89B6}" dt="2026-02-14T11:29:53.243" v="683" actId="2085"/>
          <ac:spMkLst>
            <pc:docMk/>
            <pc:sldMk cId="41729782" sldId="274"/>
            <ac:spMk id="43" creationId="{D7BC1CDE-D091-D7DD-6B0D-B7A38CDAC345}"/>
          </ac:spMkLst>
        </pc:spChg>
        <pc:spChg chg="mod">
          <ac:chgData name="Good Relax" userId="6e4d3e54824fd230" providerId="LiveId" clId="{71BB8839-F055-4A3A-B224-534DC05D89B6}" dt="2026-02-14T11:29:53.243" v="683" actId="2085"/>
          <ac:spMkLst>
            <pc:docMk/>
            <pc:sldMk cId="41729782" sldId="274"/>
            <ac:spMk id="44" creationId="{42ABD5C5-91AD-0F26-A547-1A60E9C79823}"/>
          </ac:spMkLst>
        </pc:spChg>
        <pc:spChg chg="mod">
          <ac:chgData name="Good Relax" userId="6e4d3e54824fd230" providerId="LiveId" clId="{71BB8839-F055-4A3A-B224-534DC05D89B6}" dt="2026-02-14T11:29:53.243" v="683" actId="2085"/>
          <ac:spMkLst>
            <pc:docMk/>
            <pc:sldMk cId="41729782" sldId="274"/>
            <ac:spMk id="45" creationId="{C542CA5F-BED9-E6DD-A810-1E95B1ED0E01}"/>
          </ac:spMkLst>
        </pc:spChg>
        <pc:spChg chg="mod">
          <ac:chgData name="Good Relax" userId="6e4d3e54824fd230" providerId="LiveId" clId="{71BB8839-F055-4A3A-B224-534DC05D89B6}" dt="2026-02-14T11:29:53.243" v="683" actId="2085"/>
          <ac:spMkLst>
            <pc:docMk/>
            <pc:sldMk cId="41729782" sldId="274"/>
            <ac:spMk id="46" creationId="{6FD3F9B8-60B2-3349-4714-D49313F7CFA6}"/>
          </ac:spMkLst>
        </pc:spChg>
        <pc:spChg chg="mod">
          <ac:chgData name="Good Relax" userId="6e4d3e54824fd230" providerId="LiveId" clId="{71BB8839-F055-4A3A-B224-534DC05D89B6}" dt="2026-02-14T11:29:53.243" v="683" actId="2085"/>
          <ac:spMkLst>
            <pc:docMk/>
            <pc:sldMk cId="41729782" sldId="274"/>
            <ac:spMk id="47" creationId="{5555BB10-E371-35B1-97DA-CC0AD494D405}"/>
          </ac:spMkLst>
        </pc:spChg>
        <pc:spChg chg="mod">
          <ac:chgData name="Good Relax" userId="6e4d3e54824fd230" providerId="LiveId" clId="{71BB8839-F055-4A3A-B224-534DC05D89B6}" dt="2026-02-14T11:29:53.243" v="683" actId="2085"/>
          <ac:spMkLst>
            <pc:docMk/>
            <pc:sldMk cId="41729782" sldId="274"/>
            <ac:spMk id="48" creationId="{0E8D8ABF-46A2-498F-3239-FB4FAB022FD7}"/>
          </ac:spMkLst>
        </pc:spChg>
        <pc:spChg chg="add mod">
          <ac:chgData name="Good Relax" userId="6e4d3e54824fd230" providerId="LiveId" clId="{71BB8839-F055-4A3A-B224-534DC05D89B6}" dt="2026-02-14T11:33:43.210" v="728" actId="164"/>
          <ac:spMkLst>
            <pc:docMk/>
            <pc:sldMk cId="41729782" sldId="274"/>
            <ac:spMk id="50" creationId="{6E5053BE-EE38-0A9D-C2C8-05D1F7B0353F}"/>
          </ac:spMkLst>
        </pc:spChg>
        <pc:spChg chg="add mod">
          <ac:chgData name="Good Relax" userId="6e4d3e54824fd230" providerId="LiveId" clId="{71BB8839-F055-4A3A-B224-534DC05D89B6}" dt="2026-02-14T11:33:46.032" v="729" actId="164"/>
          <ac:spMkLst>
            <pc:docMk/>
            <pc:sldMk cId="41729782" sldId="274"/>
            <ac:spMk id="51" creationId="{38DCBC49-26DC-EC2A-EC75-C909AC0A7D2A}"/>
          </ac:spMkLst>
        </pc:spChg>
        <pc:spChg chg="add mod">
          <ac:chgData name="Good Relax" userId="6e4d3e54824fd230" providerId="LiveId" clId="{71BB8839-F055-4A3A-B224-534DC05D89B6}" dt="2026-02-14T11:30:46.866" v="698" actId="571"/>
          <ac:spMkLst>
            <pc:docMk/>
            <pc:sldMk cId="41729782" sldId="274"/>
            <ac:spMk id="52" creationId="{28E9A539-C0C6-1CCF-2F6D-5763F90733B1}"/>
          </ac:spMkLst>
        </pc:spChg>
        <pc:spChg chg="add mod">
          <ac:chgData name="Good Relax" userId="6e4d3e54824fd230" providerId="LiveId" clId="{71BB8839-F055-4A3A-B224-534DC05D89B6}" dt="2026-02-14T11:33:43.210" v="728" actId="164"/>
          <ac:spMkLst>
            <pc:docMk/>
            <pc:sldMk cId="41729782" sldId="274"/>
            <ac:spMk id="53" creationId="{46565785-A6A7-E014-8A9F-27FCB4D3DF04}"/>
          </ac:spMkLst>
        </pc:spChg>
        <pc:spChg chg="add mod">
          <ac:chgData name="Good Relax" userId="6e4d3e54824fd230" providerId="LiveId" clId="{71BB8839-F055-4A3A-B224-534DC05D89B6}" dt="2026-02-14T11:33:43.210" v="728" actId="164"/>
          <ac:spMkLst>
            <pc:docMk/>
            <pc:sldMk cId="41729782" sldId="274"/>
            <ac:spMk id="54" creationId="{3495030C-E75A-CA67-CFA8-4D1E6B193B4F}"/>
          </ac:spMkLst>
        </pc:spChg>
        <pc:spChg chg="add mod">
          <ac:chgData name="Good Relax" userId="6e4d3e54824fd230" providerId="LiveId" clId="{71BB8839-F055-4A3A-B224-534DC05D89B6}" dt="2026-02-14T11:33:43.210" v="728" actId="164"/>
          <ac:spMkLst>
            <pc:docMk/>
            <pc:sldMk cId="41729782" sldId="274"/>
            <ac:spMk id="55" creationId="{A68DCD73-36A5-C02E-AD8F-0427BC6A31CE}"/>
          </ac:spMkLst>
        </pc:spChg>
        <pc:spChg chg="add mod">
          <ac:chgData name="Good Relax" userId="6e4d3e54824fd230" providerId="LiveId" clId="{71BB8839-F055-4A3A-B224-534DC05D89B6}" dt="2026-02-14T11:33:43.210" v="728" actId="164"/>
          <ac:spMkLst>
            <pc:docMk/>
            <pc:sldMk cId="41729782" sldId="274"/>
            <ac:spMk id="56" creationId="{C3B9BADD-B973-702E-D58C-2D9EC01CD2FF}"/>
          </ac:spMkLst>
        </pc:spChg>
        <pc:spChg chg="add mod">
          <ac:chgData name="Good Relax" userId="6e4d3e54824fd230" providerId="LiveId" clId="{71BB8839-F055-4A3A-B224-534DC05D89B6}" dt="2026-02-14T11:33:49.444" v="730" actId="164"/>
          <ac:spMkLst>
            <pc:docMk/>
            <pc:sldMk cId="41729782" sldId="274"/>
            <ac:spMk id="57" creationId="{716F4F56-15A2-B1BF-EF6F-B58D31A26E7F}"/>
          </ac:spMkLst>
        </pc:spChg>
        <pc:grpChg chg="add del mod">
          <ac:chgData name="Good Relax" userId="6e4d3e54824fd230" providerId="LiveId" clId="{71BB8839-F055-4A3A-B224-534DC05D89B6}" dt="2026-02-14T11:27:18.405" v="635" actId="165"/>
          <ac:grpSpMkLst>
            <pc:docMk/>
            <pc:sldMk cId="41729782" sldId="274"/>
            <ac:grpSpMk id="26" creationId="{3691D8B1-C786-5422-0C94-46679C904964}"/>
          </ac:grpSpMkLst>
        </pc:grpChg>
        <pc:grpChg chg="add mod">
          <ac:chgData name="Good Relax" userId="6e4d3e54824fd230" providerId="LiveId" clId="{71BB8839-F055-4A3A-B224-534DC05D89B6}" dt="2026-02-14T11:33:46.032" v="729" actId="164"/>
          <ac:grpSpMkLst>
            <pc:docMk/>
            <pc:sldMk cId="41729782" sldId="274"/>
            <ac:grpSpMk id="30" creationId="{982EFCC6-8293-8E6E-306D-3A35ECD3BB3E}"/>
          </ac:grpSpMkLst>
        </pc:grpChg>
        <pc:grpChg chg="add mod">
          <ac:chgData name="Good Relax" userId="6e4d3e54824fd230" providerId="LiveId" clId="{71BB8839-F055-4A3A-B224-534DC05D89B6}" dt="2026-02-14T11:33:46.032" v="729" actId="164"/>
          <ac:grpSpMkLst>
            <pc:docMk/>
            <pc:sldMk cId="41729782" sldId="274"/>
            <ac:grpSpMk id="33" creationId="{021AE833-DEC9-062F-FC82-89A479B6F02F}"/>
          </ac:grpSpMkLst>
        </pc:grpChg>
        <pc:grpChg chg="add mod">
          <ac:chgData name="Good Relax" userId="6e4d3e54824fd230" providerId="LiveId" clId="{71BB8839-F055-4A3A-B224-534DC05D89B6}" dt="2026-02-14T11:33:43.210" v="728" actId="164"/>
          <ac:grpSpMkLst>
            <pc:docMk/>
            <pc:sldMk cId="41729782" sldId="274"/>
            <ac:grpSpMk id="34" creationId="{16FEAA96-5A1C-4CB9-E607-C595F6D5F6EC}"/>
          </ac:grpSpMkLst>
        </pc:grpChg>
        <pc:grpChg chg="add mod">
          <ac:chgData name="Good Relax" userId="6e4d3e54824fd230" providerId="LiveId" clId="{71BB8839-F055-4A3A-B224-534DC05D89B6}" dt="2026-02-14T11:33:43.210" v="728" actId="164"/>
          <ac:grpSpMkLst>
            <pc:docMk/>
            <pc:sldMk cId="41729782" sldId="274"/>
            <ac:grpSpMk id="42" creationId="{C9E1EC1B-4DC1-44D9-44F5-5A1C21E9A035}"/>
          </ac:grpSpMkLst>
        </pc:grpChg>
        <pc:grpChg chg="add mod">
          <ac:chgData name="Good Relax" userId="6e4d3e54824fd230" providerId="LiveId" clId="{71BB8839-F055-4A3A-B224-534DC05D89B6}" dt="2026-02-14T11:33:43.210" v="728" actId="164"/>
          <ac:grpSpMkLst>
            <pc:docMk/>
            <pc:sldMk cId="41729782" sldId="274"/>
            <ac:grpSpMk id="58" creationId="{18003F3C-F1F1-E43B-E6AD-81CD4FB8011B}"/>
          </ac:grpSpMkLst>
        </pc:grpChg>
        <pc:grpChg chg="add mod">
          <ac:chgData name="Good Relax" userId="6e4d3e54824fd230" providerId="LiveId" clId="{71BB8839-F055-4A3A-B224-534DC05D89B6}" dt="2026-02-14T11:33:53.546" v="731" actId="465"/>
          <ac:grpSpMkLst>
            <pc:docMk/>
            <pc:sldMk cId="41729782" sldId="274"/>
            <ac:grpSpMk id="59" creationId="{D6DB4FB7-F85A-7F40-48D5-013CCFFFA3DF}"/>
          </ac:grpSpMkLst>
        </pc:grpChg>
        <pc:grpChg chg="add mod">
          <ac:chgData name="Good Relax" userId="6e4d3e54824fd230" providerId="LiveId" clId="{71BB8839-F055-4A3A-B224-534DC05D89B6}" dt="2026-02-14T11:33:49.444" v="730" actId="164"/>
          <ac:grpSpMkLst>
            <pc:docMk/>
            <pc:sldMk cId="41729782" sldId="274"/>
            <ac:grpSpMk id="60" creationId="{471C4528-1FA8-8528-66AA-58AF90848DA9}"/>
          </ac:grpSpMkLst>
        </pc:grpChg>
        <pc:cxnChg chg="add mod">
          <ac:chgData name="Good Relax" userId="6e4d3e54824fd230" providerId="LiveId" clId="{71BB8839-F055-4A3A-B224-534DC05D89B6}" dt="2026-02-14T11:33:49.444" v="730" actId="164"/>
          <ac:cxnSpMkLst>
            <pc:docMk/>
            <pc:sldMk cId="41729782" sldId="274"/>
            <ac:cxnSpMk id="5" creationId="{1E9FAFAD-CF06-DF9E-269A-9DDAF51D8254}"/>
          </ac:cxnSpMkLst>
        </pc:cxnChg>
        <pc:cxnChg chg="add del mod">
          <ac:chgData name="Good Relax" userId="6e4d3e54824fd230" providerId="LiveId" clId="{71BB8839-F055-4A3A-B224-534DC05D89B6}" dt="2026-02-14T11:30:11.517" v="686" actId="478"/>
          <ac:cxnSpMkLst>
            <pc:docMk/>
            <pc:sldMk cId="41729782" sldId="274"/>
            <ac:cxnSpMk id="19" creationId="{9F34A427-94F9-F3DA-586C-ED07A2E1E9DF}"/>
          </ac:cxnSpMkLst>
        </pc:cxnChg>
        <pc:cxnChg chg="add del mod">
          <ac:chgData name="Good Relax" userId="6e4d3e54824fd230" providerId="LiveId" clId="{71BB8839-F055-4A3A-B224-534DC05D89B6}" dt="2026-02-14T11:30:11.517" v="686" actId="478"/>
          <ac:cxnSpMkLst>
            <pc:docMk/>
            <pc:sldMk cId="41729782" sldId="274"/>
            <ac:cxnSpMk id="49" creationId="{20A0AF86-7D7F-5668-DDF0-C1714A0D5CFB}"/>
          </ac:cxnSpMkLst>
        </pc:cxnChg>
      </pc:sldChg>
      <pc:sldChg chg="addSp modSp new mod">
        <pc:chgData name="Good Relax" userId="6e4d3e54824fd230" providerId="LiveId" clId="{71BB8839-F055-4A3A-B224-534DC05D89B6}" dt="2026-02-15T06:26:53.989" v="747" actId="1076"/>
        <pc:sldMkLst>
          <pc:docMk/>
          <pc:sldMk cId="163518636" sldId="275"/>
        </pc:sldMkLst>
        <pc:spChg chg="add mod">
          <ac:chgData name="Good Relax" userId="6e4d3e54824fd230" providerId="LiveId" clId="{71BB8839-F055-4A3A-B224-534DC05D89B6}" dt="2026-02-15T06:26:53.989" v="747" actId="1076"/>
          <ac:spMkLst>
            <pc:docMk/>
            <pc:sldMk cId="163518636" sldId="275"/>
            <ac:spMk id="2" creationId="{3A339BA2-E6B7-AB67-93A4-4D5B9B669877}"/>
          </ac:spMkLst>
        </pc:spChg>
        <pc:spChg chg="add mod">
          <ac:chgData name="Good Relax" userId="6e4d3e54824fd230" providerId="LiveId" clId="{71BB8839-F055-4A3A-B224-534DC05D89B6}" dt="2026-02-15T06:26:53.989" v="747" actId="1076"/>
          <ac:spMkLst>
            <pc:docMk/>
            <pc:sldMk cId="163518636" sldId="275"/>
            <ac:spMk id="3" creationId="{B8848B1C-1552-8E93-ABD3-A0E84ED29448}"/>
          </ac:spMkLst>
        </pc:spChg>
        <pc:spChg chg="add mod">
          <ac:chgData name="Good Relax" userId="6e4d3e54824fd230" providerId="LiveId" clId="{71BB8839-F055-4A3A-B224-534DC05D89B6}" dt="2026-02-15T06:26:53.989" v="747" actId="1076"/>
          <ac:spMkLst>
            <pc:docMk/>
            <pc:sldMk cId="163518636" sldId="275"/>
            <ac:spMk id="4" creationId="{4C07CC19-52DE-73C4-4E9B-08B43B5711A5}"/>
          </ac:spMkLst>
        </pc:spChg>
        <pc:spChg chg="add mod">
          <ac:chgData name="Good Relax" userId="6e4d3e54824fd230" providerId="LiveId" clId="{71BB8839-F055-4A3A-B224-534DC05D89B6}" dt="2026-02-15T06:26:53.989" v="747" actId="1076"/>
          <ac:spMkLst>
            <pc:docMk/>
            <pc:sldMk cId="163518636" sldId="275"/>
            <ac:spMk id="5" creationId="{240DB55E-ADA2-1230-2232-536D39B681DB}"/>
          </ac:spMkLst>
        </pc:spChg>
        <pc:spChg chg="add mod">
          <ac:chgData name="Good Relax" userId="6e4d3e54824fd230" providerId="LiveId" clId="{71BB8839-F055-4A3A-B224-534DC05D89B6}" dt="2026-02-15T06:26:53.989" v="747" actId="1076"/>
          <ac:spMkLst>
            <pc:docMk/>
            <pc:sldMk cId="163518636" sldId="275"/>
            <ac:spMk id="6" creationId="{4E4837DD-A98C-43C1-839F-2E489037EFA1}"/>
          </ac:spMkLst>
        </pc:spChg>
        <pc:spChg chg="add mod">
          <ac:chgData name="Good Relax" userId="6e4d3e54824fd230" providerId="LiveId" clId="{71BB8839-F055-4A3A-B224-534DC05D89B6}" dt="2026-02-15T06:26:53.989" v="747" actId="1076"/>
          <ac:spMkLst>
            <pc:docMk/>
            <pc:sldMk cId="163518636" sldId="275"/>
            <ac:spMk id="7" creationId="{63A6C4FC-8E2F-34D6-C195-878A625A623A}"/>
          </ac:spMkLst>
        </pc:spChg>
        <pc:spChg chg="add mod">
          <ac:chgData name="Good Relax" userId="6e4d3e54824fd230" providerId="LiveId" clId="{71BB8839-F055-4A3A-B224-534DC05D89B6}" dt="2026-02-15T06:26:53.989" v="747" actId="1076"/>
          <ac:spMkLst>
            <pc:docMk/>
            <pc:sldMk cId="163518636" sldId="275"/>
            <ac:spMk id="9" creationId="{919C7FA6-1B29-AABD-6578-F69CA647F429}"/>
          </ac:spMkLst>
        </pc:spChg>
        <pc:spChg chg="add mod">
          <ac:chgData name="Good Relax" userId="6e4d3e54824fd230" providerId="LiveId" clId="{71BB8839-F055-4A3A-B224-534DC05D89B6}" dt="2026-02-15T06:26:53.989" v="747" actId="1076"/>
          <ac:spMkLst>
            <pc:docMk/>
            <pc:sldMk cId="163518636" sldId="275"/>
            <ac:spMk id="10" creationId="{6EF8A054-862B-27E8-DD01-4E082F27DC0F}"/>
          </ac:spMkLst>
        </pc:spChg>
        <pc:spChg chg="add mod">
          <ac:chgData name="Good Relax" userId="6e4d3e54824fd230" providerId="LiveId" clId="{71BB8839-F055-4A3A-B224-534DC05D89B6}" dt="2026-02-15T06:26:53.989" v="747" actId="1076"/>
          <ac:spMkLst>
            <pc:docMk/>
            <pc:sldMk cId="163518636" sldId="275"/>
            <ac:spMk id="15" creationId="{83F5BE70-818F-42CF-5B5F-386CFF8922BB}"/>
          </ac:spMkLst>
        </pc:spChg>
        <pc:spChg chg="add mod">
          <ac:chgData name="Good Relax" userId="6e4d3e54824fd230" providerId="LiveId" clId="{71BB8839-F055-4A3A-B224-534DC05D89B6}" dt="2026-02-15T06:26:53.989" v="747" actId="1076"/>
          <ac:spMkLst>
            <pc:docMk/>
            <pc:sldMk cId="163518636" sldId="275"/>
            <ac:spMk id="22" creationId="{0F28A6AF-2061-EA46-C1F6-0DC071B34BE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419DD8-9CE2-4481-AEC2-1B27A517C298}" type="datetimeFigureOut">
              <a:rPr kumimoji="1" lang="ja-JP" altLang="en-US" smtClean="0"/>
              <a:t>2026/2/15</a:t>
            </a:fld>
            <a:endParaRPr kumimoji="1"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345237-318F-40E3-99A4-2B46285E62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3460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F4E30-7AFE-12F7-B410-C4706F734C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3E3015-3B37-35A6-516E-BAE86B2A23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3989F-6746-4478-F973-1054EBBFC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60D3B-C0D8-4755-AACD-CF8CB793D94C}" type="datetimeFigureOut">
              <a:rPr kumimoji="1" lang="ja-JP" altLang="en-US" smtClean="0"/>
              <a:t>2026/2/15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749F5-1CEB-C31A-4BE5-4DB6BC287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AE011-ABD8-9A45-F5B3-34EE19B9E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478FB-C58A-4BFB-A3DF-9042387160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1021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CA06F-4A35-99E8-B0E7-F80E57A33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467B3-5CA9-C45D-A51D-E24735457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E2B69-3F26-3B84-811E-234B2E4EC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60D3B-C0D8-4755-AACD-CF8CB793D94C}" type="datetimeFigureOut">
              <a:rPr kumimoji="1" lang="ja-JP" altLang="en-US" smtClean="0"/>
              <a:t>2026/2/15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8B0CC-1812-4316-3FD1-8B96A7927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FD201-02B2-9102-48BA-9F11691A4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478FB-C58A-4BFB-A3DF-9042387160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4956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F4BD4-3A98-7A4D-D1ED-6AE3BA812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8567DE-40DA-C837-9B11-4876868C1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B15EA-A305-978F-08B6-485C9F838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60D3B-C0D8-4755-AACD-CF8CB793D94C}" type="datetimeFigureOut">
              <a:rPr kumimoji="1" lang="ja-JP" altLang="en-US" smtClean="0"/>
              <a:t>2026/2/15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6FA25-70CB-E45F-FB95-AA1A9CC27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77905-9ABC-8F1E-AF53-86ED6660E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478FB-C58A-4BFB-A3DF-9042387160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8430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AE2F9-8572-FC48-039A-7B393C2B3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67621-7054-68AE-4E19-7B8C5F7A9A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718F6D-0ECD-F8FD-AA51-0C00456FF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1CC65B-09FA-F6B0-53B8-A4732549E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60D3B-C0D8-4755-AACD-CF8CB793D94C}" type="datetimeFigureOut">
              <a:rPr kumimoji="1" lang="ja-JP" altLang="en-US" smtClean="0"/>
              <a:t>2026/2/15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445583-102C-9743-8CA3-EE44B59B7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B09B08-552E-58FD-C2B1-AAD85B35A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478FB-C58A-4BFB-A3DF-9042387160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8251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80BD3-ECD5-0029-06B9-F4CCE43C9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8CEE5-BB82-3D76-E92C-6842D9689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24B54E-4949-945F-0913-6589B8CE4C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F6F7DE-E8D9-166C-2AF1-2705F0AC6A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CBF0C2-17CE-99AB-B6DD-E3FA14F95B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7CC563-6427-9109-85FB-5578C85DD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60D3B-C0D8-4755-AACD-CF8CB793D94C}" type="datetimeFigureOut">
              <a:rPr kumimoji="1" lang="ja-JP" altLang="en-US" smtClean="0"/>
              <a:t>2026/2/15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725053-9EDD-AF78-29D7-4ECCE25DD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E3D761-81A7-4768-1E80-791CD6E4F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478FB-C58A-4BFB-A3DF-9042387160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3555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C0C92-37AF-CAA5-6A61-92F096F53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94D1B8-EC71-344A-98BE-ECEC5FC05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60D3B-C0D8-4755-AACD-CF8CB793D94C}" type="datetimeFigureOut">
              <a:rPr kumimoji="1" lang="ja-JP" altLang="en-US" smtClean="0"/>
              <a:t>2026/2/15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8F66C-3641-C864-BAF1-F74EC50C7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A67C74-A72C-4782-79A8-69FEE054E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478FB-C58A-4BFB-A3DF-9042387160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4125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0367A9-23E3-D4BC-A72D-DAD1CF416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60D3B-C0D8-4755-AACD-CF8CB793D94C}" type="datetimeFigureOut">
              <a:rPr kumimoji="1" lang="ja-JP" altLang="en-US" smtClean="0"/>
              <a:t>2026/2/15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8EF461-D2B0-1C58-D650-FB6377527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862C4-14F0-0B8F-1CCB-62B66CB2C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478FB-C58A-4BFB-A3DF-9042387160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9628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D6F73-E301-CC4F-D3EF-FC7B6491C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3B2BB-7B7D-762F-3639-76A9EAB2D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307350-EF8D-EE81-F212-429EBB47F4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A210EA-7825-3A8C-67DE-AF57C62CA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60D3B-C0D8-4755-AACD-CF8CB793D94C}" type="datetimeFigureOut">
              <a:rPr kumimoji="1" lang="ja-JP" altLang="en-US" smtClean="0"/>
              <a:t>2026/2/15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3BE569-719E-ED9B-0106-3EA182A73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044065-8560-C11B-9717-B6F6D07EA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478FB-C58A-4BFB-A3DF-9042387160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1100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8A4E2-D46A-EB14-7969-2D818622D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EE48B1-F9F1-4CBE-B3B5-E1F26A76D5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1BA07B-1A51-7E90-1886-A4D87B3BAD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B9E6B7-BDE4-C080-32EE-8ABF054D0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60D3B-C0D8-4755-AACD-CF8CB793D94C}" type="datetimeFigureOut">
              <a:rPr kumimoji="1" lang="ja-JP" altLang="en-US" smtClean="0"/>
              <a:t>2026/2/15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D12DD7-B9A0-602A-D136-E265A80C2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756DC2-1119-1324-B6E1-998F96AD6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478FB-C58A-4BFB-A3DF-9042387160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4002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7F6FA-D1C3-82C8-48D4-75143CB1A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FCA14D-D0D8-581C-6476-AD74378A38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FFED6-1AAA-F6F6-9E58-1273BF547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60D3B-C0D8-4755-AACD-CF8CB793D94C}" type="datetimeFigureOut">
              <a:rPr kumimoji="1" lang="ja-JP" altLang="en-US" smtClean="0"/>
              <a:t>2026/2/15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50519-5CFA-0749-A254-AA794D596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FEB1D-5BA4-8924-D738-056670B85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478FB-C58A-4BFB-A3DF-9042387160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5922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4E8F06-8E4B-088E-0944-774AC5DA51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CDFB7E-75F5-2428-F9C9-82E8B588AE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839DD-FC25-F9BA-2712-CAD130232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60D3B-C0D8-4755-AACD-CF8CB793D94C}" type="datetimeFigureOut">
              <a:rPr kumimoji="1" lang="ja-JP" altLang="en-US" smtClean="0"/>
              <a:t>2026/2/15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8B030D-7DDB-36B3-2A7B-4FF78E0F1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28F95-C888-A3AE-9DBA-33D048CEA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478FB-C58A-4BFB-A3DF-9042387160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9649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AC6B02-6165-E821-E596-CDFE4E00D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90509C-72A3-F126-36D9-5CB293A93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4F063-769D-F2EE-C4EF-5048F60B96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660D3B-C0D8-4755-AACD-CF8CB793D94C}" type="datetimeFigureOut">
              <a:rPr kumimoji="1" lang="ja-JP" altLang="en-US" smtClean="0"/>
              <a:t>2026/2/15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E7923-8CEE-58DB-77CF-1F41EA5FD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3D430-F543-4CD1-5D6B-BE92E5C859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8478FB-C58A-4BFB-A3DF-9042387160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5486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1E91B-1904-D961-7417-63836F095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E544E69-8699-5258-5FC7-9BACCC0DAA7B}"/>
              </a:ext>
            </a:extLst>
          </p:cNvPr>
          <p:cNvCxnSpPr>
            <a:cxnSpLocks/>
          </p:cNvCxnSpPr>
          <p:nvPr/>
        </p:nvCxnSpPr>
        <p:spPr>
          <a:xfrm>
            <a:off x="4552347" y="4215216"/>
            <a:ext cx="2558305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66672AA-A46A-31D4-50BE-067DD06ACDB8}"/>
              </a:ext>
            </a:extLst>
          </p:cNvPr>
          <p:cNvCxnSpPr>
            <a:cxnSpLocks/>
          </p:cNvCxnSpPr>
          <p:nvPr/>
        </p:nvCxnSpPr>
        <p:spPr>
          <a:xfrm rot="16200000">
            <a:off x="3798294" y="3429001"/>
            <a:ext cx="2558305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DA1E743-ABA9-B3FD-BF39-997BB63A05A0}"/>
              </a:ext>
            </a:extLst>
          </p:cNvPr>
          <p:cNvCxnSpPr>
            <a:cxnSpLocks/>
          </p:cNvCxnSpPr>
          <p:nvPr/>
        </p:nvCxnSpPr>
        <p:spPr>
          <a:xfrm flipV="1">
            <a:off x="5077446" y="3306796"/>
            <a:ext cx="1912399" cy="908420"/>
          </a:xfrm>
          <a:prstGeom prst="straightConnector1">
            <a:avLst/>
          </a:prstGeom>
          <a:ln w="38100">
            <a:solidFill>
              <a:srgbClr val="EE000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26429EB-4A1F-609B-71C7-BE73270ADDAF}"/>
              </a:ext>
            </a:extLst>
          </p:cNvPr>
          <p:cNvCxnSpPr>
            <a:cxnSpLocks/>
          </p:cNvCxnSpPr>
          <p:nvPr/>
        </p:nvCxnSpPr>
        <p:spPr>
          <a:xfrm flipV="1">
            <a:off x="5077446" y="3007281"/>
            <a:ext cx="973786" cy="1207935"/>
          </a:xfrm>
          <a:prstGeom prst="straightConnector1">
            <a:avLst/>
          </a:prstGeom>
          <a:ln w="38100">
            <a:solidFill>
              <a:srgbClr val="FFC00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CC2752B-FAEB-E0FE-4384-9B705E474163}"/>
              </a:ext>
            </a:extLst>
          </p:cNvPr>
          <p:cNvSpPr txBox="1"/>
          <p:nvPr/>
        </p:nvSpPr>
        <p:spPr>
          <a:xfrm>
            <a:off x="6906870" y="2928199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2400"/>
            </a:lvl1pPr>
          </a:lstStyle>
          <a:p>
            <a:r>
              <a:rPr lang="ja-JP" altLang="en-US" dirty="0"/>
              <a:t>🍎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B3BD61-337E-2433-8D60-B9C65D8D8713}"/>
              </a:ext>
            </a:extLst>
          </p:cNvPr>
          <p:cNvSpPr txBox="1"/>
          <p:nvPr/>
        </p:nvSpPr>
        <p:spPr>
          <a:xfrm>
            <a:off x="5912679" y="2621754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2400"/>
            </a:lvl1pPr>
          </a:lstStyle>
          <a:p>
            <a:r>
              <a:rPr lang="ja-JP" altLang="en-US" dirty="0"/>
              <a:t>🍊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031BBE-5E6A-3AF1-6BCF-C3C63BDC8FA9}"/>
              </a:ext>
            </a:extLst>
          </p:cNvPr>
          <p:cNvSpPr/>
          <p:nvPr/>
        </p:nvSpPr>
        <p:spPr>
          <a:xfrm>
            <a:off x="3954378" y="1662545"/>
            <a:ext cx="3761875" cy="3278423"/>
          </a:xfrm>
          <a:prstGeom prst="rect">
            <a:avLst/>
          </a:prstGeom>
          <a:noFill/>
          <a:ln w="3175">
            <a:solidFill>
              <a:srgbClr val="B2B2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129D8FA-7EC1-F7EA-919A-6F95BE88C501}"/>
              </a:ext>
            </a:extLst>
          </p:cNvPr>
          <p:cNvSpPr txBox="1"/>
          <p:nvPr/>
        </p:nvSpPr>
        <p:spPr>
          <a:xfrm>
            <a:off x="4012261" y="1763145"/>
            <a:ext cx="13676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2000" b="1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altLang="ja-JP" sz="1400" dirty="0"/>
              <a:t>Embedding </a:t>
            </a:r>
          </a:p>
        </p:txBody>
      </p:sp>
    </p:spTree>
    <p:extLst>
      <p:ext uri="{BB962C8B-B14F-4D97-AF65-F5344CB8AC3E}">
        <p14:creationId xmlns:p14="http://schemas.microsoft.com/office/powerpoint/2010/main" val="276401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87E28-19E3-7853-898A-5D68B3170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rrow: Curved Down 21">
            <a:extLst>
              <a:ext uri="{FF2B5EF4-FFF2-40B4-BE49-F238E27FC236}">
                <a16:creationId xmlns:a16="http://schemas.microsoft.com/office/drawing/2014/main" id="{665718FA-06F6-AD76-ED0B-1CA857DB54C9}"/>
              </a:ext>
            </a:extLst>
          </p:cNvPr>
          <p:cNvSpPr/>
          <p:nvPr/>
        </p:nvSpPr>
        <p:spPr>
          <a:xfrm>
            <a:off x="8457298" y="1652760"/>
            <a:ext cx="743481" cy="461666"/>
          </a:xfrm>
          <a:prstGeom prst="curvedDownArrow">
            <a:avLst/>
          </a:prstGeom>
          <a:solidFill>
            <a:srgbClr val="B2B2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3E1402E-9D27-63C1-37A6-2216DB11D565}"/>
              </a:ext>
            </a:extLst>
          </p:cNvPr>
          <p:cNvCxnSpPr>
            <a:cxnSpLocks/>
          </p:cNvCxnSpPr>
          <p:nvPr/>
        </p:nvCxnSpPr>
        <p:spPr>
          <a:xfrm>
            <a:off x="922572" y="2630222"/>
            <a:ext cx="2558305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FFCE1B2-3069-2755-9B40-7A9D17289729}"/>
              </a:ext>
            </a:extLst>
          </p:cNvPr>
          <p:cNvCxnSpPr>
            <a:cxnSpLocks/>
          </p:cNvCxnSpPr>
          <p:nvPr/>
        </p:nvCxnSpPr>
        <p:spPr>
          <a:xfrm rot="16200000">
            <a:off x="168519" y="1844007"/>
            <a:ext cx="2558305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A9BCEBF-FC91-1B74-CE1C-1F5D8E7199C4}"/>
              </a:ext>
            </a:extLst>
          </p:cNvPr>
          <p:cNvCxnSpPr>
            <a:cxnSpLocks/>
          </p:cNvCxnSpPr>
          <p:nvPr/>
        </p:nvCxnSpPr>
        <p:spPr>
          <a:xfrm flipV="1">
            <a:off x="1447671" y="1721802"/>
            <a:ext cx="1912399" cy="908420"/>
          </a:xfrm>
          <a:prstGeom prst="straightConnector1">
            <a:avLst/>
          </a:prstGeom>
          <a:ln w="38100">
            <a:solidFill>
              <a:srgbClr val="EE000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B3A92A6-93D8-04A3-4B71-224DF72ACECB}"/>
              </a:ext>
            </a:extLst>
          </p:cNvPr>
          <p:cNvCxnSpPr>
            <a:cxnSpLocks/>
          </p:cNvCxnSpPr>
          <p:nvPr/>
        </p:nvCxnSpPr>
        <p:spPr>
          <a:xfrm flipV="1">
            <a:off x="1447671" y="1422287"/>
            <a:ext cx="973786" cy="1207935"/>
          </a:xfrm>
          <a:prstGeom prst="straightConnector1">
            <a:avLst/>
          </a:prstGeom>
          <a:ln w="38100">
            <a:solidFill>
              <a:srgbClr val="FFC00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475201FA-C74C-DCD3-C801-38CB89B2FBC0}"/>
              </a:ext>
            </a:extLst>
          </p:cNvPr>
          <p:cNvSpPr/>
          <p:nvPr/>
        </p:nvSpPr>
        <p:spPr>
          <a:xfrm>
            <a:off x="1447671" y="2604639"/>
            <a:ext cx="25583" cy="2558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3AF0D5-0941-BE2D-0817-D42CEF96C539}"/>
              </a:ext>
            </a:extLst>
          </p:cNvPr>
          <p:cNvSpPr txBox="1"/>
          <p:nvPr/>
        </p:nvSpPr>
        <p:spPr>
          <a:xfrm>
            <a:off x="3316193" y="1397624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2400"/>
            </a:lvl1pPr>
          </a:lstStyle>
          <a:p>
            <a:r>
              <a:rPr lang="ja-JP" altLang="en-US" dirty="0"/>
              <a:t>🍎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5BE959-33FE-CFC6-A2DE-B3A22E8465E0}"/>
              </a:ext>
            </a:extLst>
          </p:cNvPr>
          <p:cNvSpPr txBox="1"/>
          <p:nvPr/>
        </p:nvSpPr>
        <p:spPr>
          <a:xfrm>
            <a:off x="2303310" y="1094209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2400"/>
            </a:lvl1pPr>
          </a:lstStyle>
          <a:p>
            <a:r>
              <a:rPr lang="ja-JP" altLang="en-US" dirty="0"/>
              <a:t>🍊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1B0404-4C0F-2FDC-C646-8AD66BD7D238}"/>
              </a:ext>
            </a:extLst>
          </p:cNvPr>
          <p:cNvCxnSpPr>
            <a:cxnSpLocks/>
          </p:cNvCxnSpPr>
          <p:nvPr/>
        </p:nvCxnSpPr>
        <p:spPr>
          <a:xfrm flipV="1">
            <a:off x="1204601" y="1150876"/>
            <a:ext cx="2190677" cy="1659084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8B06B5F-3313-6D38-07EF-DF2C2EEEF556}"/>
              </a:ext>
            </a:extLst>
          </p:cNvPr>
          <p:cNvCxnSpPr>
            <a:cxnSpLocks/>
          </p:cNvCxnSpPr>
          <p:nvPr/>
        </p:nvCxnSpPr>
        <p:spPr>
          <a:xfrm>
            <a:off x="3107377" y="1388144"/>
            <a:ext cx="252693" cy="333658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00A9EF0-270E-C7B3-EE88-1041068CA2C0}"/>
              </a:ext>
            </a:extLst>
          </p:cNvPr>
          <p:cNvCxnSpPr>
            <a:cxnSpLocks/>
          </p:cNvCxnSpPr>
          <p:nvPr/>
        </p:nvCxnSpPr>
        <p:spPr>
          <a:xfrm>
            <a:off x="2428235" y="1447869"/>
            <a:ext cx="192250" cy="253849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35C0F76-A7CA-7A44-7FD9-BB451C036B32}"/>
              </a:ext>
            </a:extLst>
          </p:cNvPr>
          <p:cNvCxnSpPr>
            <a:cxnSpLocks/>
          </p:cNvCxnSpPr>
          <p:nvPr/>
        </p:nvCxnSpPr>
        <p:spPr>
          <a:xfrm>
            <a:off x="5262766" y="2630222"/>
            <a:ext cx="2558305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9539269-86DA-6391-AAF3-F55DF26E1B44}"/>
              </a:ext>
            </a:extLst>
          </p:cNvPr>
          <p:cNvCxnSpPr>
            <a:cxnSpLocks/>
          </p:cNvCxnSpPr>
          <p:nvPr/>
        </p:nvCxnSpPr>
        <p:spPr>
          <a:xfrm rot="16200000">
            <a:off x="4508714" y="1844007"/>
            <a:ext cx="2558305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B38EE2E5-14B2-DDDF-0A51-C7D68E40369C}"/>
              </a:ext>
            </a:extLst>
          </p:cNvPr>
          <p:cNvSpPr/>
          <p:nvPr/>
        </p:nvSpPr>
        <p:spPr>
          <a:xfrm>
            <a:off x="5787866" y="2604639"/>
            <a:ext cx="25583" cy="2558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C06C2B-2399-E3F1-CF97-AFB54FF2E748}"/>
              </a:ext>
            </a:extLst>
          </p:cNvPr>
          <p:cNvSpPr txBox="1"/>
          <p:nvPr/>
        </p:nvSpPr>
        <p:spPr>
          <a:xfrm>
            <a:off x="7579299" y="1278920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2400"/>
            </a:lvl1pPr>
          </a:lstStyle>
          <a:p>
            <a:r>
              <a:rPr lang="ja-JP" altLang="en-US" dirty="0"/>
              <a:t>🍎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C36874-CC49-EB21-A96E-20B4F1C79A00}"/>
              </a:ext>
            </a:extLst>
          </p:cNvPr>
          <p:cNvSpPr txBox="1"/>
          <p:nvPr/>
        </p:nvSpPr>
        <p:spPr>
          <a:xfrm>
            <a:off x="6643504" y="1094209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2400"/>
            </a:lvl1pPr>
          </a:lstStyle>
          <a:p>
            <a:r>
              <a:rPr lang="ja-JP" altLang="en-US" dirty="0"/>
              <a:t>🍊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E984846-214D-0895-BC7F-F736DBB33FDA}"/>
              </a:ext>
            </a:extLst>
          </p:cNvPr>
          <p:cNvCxnSpPr>
            <a:cxnSpLocks/>
          </p:cNvCxnSpPr>
          <p:nvPr/>
        </p:nvCxnSpPr>
        <p:spPr>
          <a:xfrm flipV="1">
            <a:off x="5544795" y="1150876"/>
            <a:ext cx="2190677" cy="1659084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CB6C3FE-9F3E-2B58-EC38-09F6C6B7A522}"/>
              </a:ext>
            </a:extLst>
          </p:cNvPr>
          <p:cNvCxnSpPr>
            <a:cxnSpLocks/>
          </p:cNvCxnSpPr>
          <p:nvPr/>
        </p:nvCxnSpPr>
        <p:spPr>
          <a:xfrm>
            <a:off x="7447572" y="1388144"/>
            <a:ext cx="252693" cy="333658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F7852F-232F-AE3A-F382-7607CDC71527}"/>
              </a:ext>
            </a:extLst>
          </p:cNvPr>
          <p:cNvCxnSpPr>
            <a:cxnSpLocks/>
          </p:cNvCxnSpPr>
          <p:nvPr/>
        </p:nvCxnSpPr>
        <p:spPr>
          <a:xfrm>
            <a:off x="6768429" y="1447869"/>
            <a:ext cx="192250" cy="253849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FFB2926-3182-9344-2F57-266839BF3690}"/>
              </a:ext>
            </a:extLst>
          </p:cNvPr>
          <p:cNvCxnSpPr>
            <a:cxnSpLocks/>
          </p:cNvCxnSpPr>
          <p:nvPr/>
        </p:nvCxnSpPr>
        <p:spPr>
          <a:xfrm flipV="1">
            <a:off x="5802065" y="1404619"/>
            <a:ext cx="1669929" cy="1264701"/>
          </a:xfrm>
          <a:prstGeom prst="line">
            <a:avLst/>
          </a:prstGeom>
          <a:ln w="38100">
            <a:solidFill>
              <a:srgbClr val="EE000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439D962-EE79-71EB-5FDE-A4DA37AB06EC}"/>
              </a:ext>
            </a:extLst>
          </p:cNvPr>
          <p:cNvCxnSpPr>
            <a:cxnSpLocks/>
          </p:cNvCxnSpPr>
          <p:nvPr/>
        </p:nvCxnSpPr>
        <p:spPr>
          <a:xfrm flipV="1">
            <a:off x="5766858" y="1690103"/>
            <a:ext cx="1193821" cy="904126"/>
          </a:xfrm>
          <a:prstGeom prst="line">
            <a:avLst/>
          </a:prstGeom>
          <a:ln w="38100">
            <a:solidFill>
              <a:srgbClr val="FFC00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F2D25EB-7CAD-CEFD-604A-01DC43843B53}"/>
              </a:ext>
            </a:extLst>
          </p:cNvPr>
          <p:cNvCxnSpPr>
            <a:cxnSpLocks/>
          </p:cNvCxnSpPr>
          <p:nvPr/>
        </p:nvCxnSpPr>
        <p:spPr>
          <a:xfrm>
            <a:off x="9136295" y="2618628"/>
            <a:ext cx="2487572" cy="0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2F84D9D-6E06-A1CB-625A-2FB7D97B4C66}"/>
              </a:ext>
            </a:extLst>
          </p:cNvPr>
          <p:cNvCxnSpPr>
            <a:cxnSpLocks/>
          </p:cNvCxnSpPr>
          <p:nvPr/>
        </p:nvCxnSpPr>
        <p:spPr>
          <a:xfrm rot="2224824" flipV="1">
            <a:off x="9457150" y="2028322"/>
            <a:ext cx="1669929" cy="1264701"/>
          </a:xfrm>
          <a:prstGeom prst="line">
            <a:avLst/>
          </a:prstGeom>
          <a:ln w="38100">
            <a:solidFill>
              <a:srgbClr val="EE000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222879B-E69A-9939-F42D-0AE15533E925}"/>
              </a:ext>
            </a:extLst>
          </p:cNvPr>
          <p:cNvCxnSpPr>
            <a:cxnSpLocks/>
          </p:cNvCxnSpPr>
          <p:nvPr/>
        </p:nvCxnSpPr>
        <p:spPr>
          <a:xfrm rot="2224824" flipV="1">
            <a:off x="9413772" y="2127776"/>
            <a:ext cx="1193821" cy="904126"/>
          </a:xfrm>
          <a:prstGeom prst="line">
            <a:avLst/>
          </a:prstGeom>
          <a:ln w="38100">
            <a:solidFill>
              <a:srgbClr val="FFC00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167B175-4E26-CC3A-12B6-FEE0CFB03F0D}"/>
              </a:ext>
            </a:extLst>
          </p:cNvPr>
          <p:cNvSpPr txBox="1"/>
          <p:nvPr/>
        </p:nvSpPr>
        <p:spPr>
          <a:xfrm>
            <a:off x="11211631" y="2694542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2400"/>
            </a:lvl1pPr>
          </a:lstStyle>
          <a:p>
            <a:r>
              <a:rPr lang="ja-JP" altLang="en-US" dirty="0"/>
              <a:t>🍎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E06452F-57FD-1608-5BB6-AB7D82EEA553}"/>
              </a:ext>
            </a:extLst>
          </p:cNvPr>
          <p:cNvSpPr txBox="1"/>
          <p:nvPr/>
        </p:nvSpPr>
        <p:spPr>
          <a:xfrm>
            <a:off x="10584467" y="2132563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2400"/>
            </a:lvl1pPr>
          </a:lstStyle>
          <a:p>
            <a:r>
              <a:rPr lang="ja-JP" altLang="en-US" dirty="0"/>
              <a:t>🍊</a:t>
            </a:r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B0EA20BC-35AE-8E87-7F46-2AFA9ADFBB2B}"/>
              </a:ext>
            </a:extLst>
          </p:cNvPr>
          <p:cNvSpPr/>
          <p:nvPr/>
        </p:nvSpPr>
        <p:spPr>
          <a:xfrm>
            <a:off x="4520705" y="1652760"/>
            <a:ext cx="369711" cy="362036"/>
          </a:xfrm>
          <a:prstGeom prst="rightArrow">
            <a:avLst/>
          </a:prstGeom>
          <a:solidFill>
            <a:srgbClr val="B2B2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A8E20895-8146-254B-BDBA-04E7C28E5A34}"/>
              </a:ext>
            </a:extLst>
          </p:cNvPr>
          <p:cNvCxnSpPr>
            <a:cxnSpLocks/>
          </p:cNvCxnSpPr>
          <p:nvPr/>
        </p:nvCxnSpPr>
        <p:spPr>
          <a:xfrm>
            <a:off x="5262766" y="6007226"/>
            <a:ext cx="2558305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F97142B-07AC-6568-1074-B503DCF77105}"/>
              </a:ext>
            </a:extLst>
          </p:cNvPr>
          <p:cNvCxnSpPr>
            <a:cxnSpLocks/>
          </p:cNvCxnSpPr>
          <p:nvPr/>
        </p:nvCxnSpPr>
        <p:spPr>
          <a:xfrm rot="16200000">
            <a:off x="4508713" y="5221011"/>
            <a:ext cx="2558305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3E84EA4F-8DCA-A22C-B493-AE65FF18E037}"/>
              </a:ext>
            </a:extLst>
          </p:cNvPr>
          <p:cNvSpPr/>
          <p:nvPr/>
        </p:nvSpPr>
        <p:spPr>
          <a:xfrm>
            <a:off x="5787865" y="5981643"/>
            <a:ext cx="25583" cy="2558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8EAF19-F7E4-3D27-6BAA-0B8E7772A3C3}"/>
              </a:ext>
            </a:extLst>
          </p:cNvPr>
          <p:cNvCxnSpPr>
            <a:cxnSpLocks/>
          </p:cNvCxnSpPr>
          <p:nvPr/>
        </p:nvCxnSpPr>
        <p:spPr>
          <a:xfrm flipV="1">
            <a:off x="5544795" y="4816565"/>
            <a:ext cx="1196320" cy="906019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AE93807-83ED-9E90-1E36-E3FE4F5782AE}"/>
              </a:ext>
            </a:extLst>
          </p:cNvPr>
          <p:cNvCxnSpPr>
            <a:cxnSpLocks/>
          </p:cNvCxnSpPr>
          <p:nvPr/>
        </p:nvCxnSpPr>
        <p:spPr>
          <a:xfrm>
            <a:off x="5447627" y="5553016"/>
            <a:ext cx="674998" cy="891274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D52B82A-7513-DCCF-A799-80F6F237D1AD}"/>
              </a:ext>
            </a:extLst>
          </p:cNvPr>
          <p:cNvCxnSpPr>
            <a:cxnSpLocks/>
          </p:cNvCxnSpPr>
          <p:nvPr/>
        </p:nvCxnSpPr>
        <p:spPr>
          <a:xfrm flipV="1">
            <a:off x="6054316" y="5116080"/>
            <a:ext cx="1624779" cy="1230507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4545933-425C-7619-7933-D5820E7E1B9C}"/>
              </a:ext>
            </a:extLst>
          </p:cNvPr>
          <p:cNvSpPr txBox="1"/>
          <p:nvPr/>
        </p:nvSpPr>
        <p:spPr>
          <a:xfrm>
            <a:off x="6104894" y="6267267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2400"/>
            </a:lvl1pPr>
          </a:lstStyle>
          <a:p>
            <a:r>
              <a:rPr lang="ja-JP" altLang="en-US" dirty="0"/>
              <a:t>🍎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99AB6B4-794D-3868-6C17-F12603FE7C25}"/>
              </a:ext>
            </a:extLst>
          </p:cNvPr>
          <p:cNvSpPr txBox="1"/>
          <p:nvPr/>
        </p:nvSpPr>
        <p:spPr>
          <a:xfrm>
            <a:off x="5143697" y="5106318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2400"/>
            </a:lvl1pPr>
          </a:lstStyle>
          <a:p>
            <a:r>
              <a:rPr lang="ja-JP" altLang="en-US" dirty="0"/>
              <a:t>🍊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A5AB11E-8CF0-FA70-2023-3E98FCA260DF}"/>
              </a:ext>
            </a:extLst>
          </p:cNvPr>
          <p:cNvCxnSpPr>
            <a:cxnSpLocks/>
          </p:cNvCxnSpPr>
          <p:nvPr/>
        </p:nvCxnSpPr>
        <p:spPr>
          <a:xfrm>
            <a:off x="922572" y="6007226"/>
            <a:ext cx="2558305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77C10BD-4615-579C-359B-0F4D632CC2F6}"/>
              </a:ext>
            </a:extLst>
          </p:cNvPr>
          <p:cNvCxnSpPr>
            <a:cxnSpLocks/>
          </p:cNvCxnSpPr>
          <p:nvPr/>
        </p:nvCxnSpPr>
        <p:spPr>
          <a:xfrm rot="16200000">
            <a:off x="168519" y="5221011"/>
            <a:ext cx="2558305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B281B81-5144-1A0D-A168-CE86C71AC54F}"/>
              </a:ext>
            </a:extLst>
          </p:cNvPr>
          <p:cNvCxnSpPr>
            <a:cxnSpLocks/>
          </p:cNvCxnSpPr>
          <p:nvPr/>
        </p:nvCxnSpPr>
        <p:spPr>
          <a:xfrm flipV="1">
            <a:off x="1447671" y="5098806"/>
            <a:ext cx="1912399" cy="908420"/>
          </a:xfrm>
          <a:prstGeom prst="straightConnector1">
            <a:avLst/>
          </a:prstGeom>
          <a:ln w="38100">
            <a:solidFill>
              <a:srgbClr val="EE000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16DB8CB-669B-9B2F-925F-4E461D2539FE}"/>
              </a:ext>
            </a:extLst>
          </p:cNvPr>
          <p:cNvCxnSpPr>
            <a:cxnSpLocks/>
          </p:cNvCxnSpPr>
          <p:nvPr/>
        </p:nvCxnSpPr>
        <p:spPr>
          <a:xfrm flipV="1">
            <a:off x="1447671" y="4799291"/>
            <a:ext cx="973786" cy="1207935"/>
          </a:xfrm>
          <a:prstGeom prst="straightConnector1">
            <a:avLst/>
          </a:prstGeom>
          <a:ln w="38100">
            <a:solidFill>
              <a:srgbClr val="FFC00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FE2F0C79-A317-BEC2-017C-F204B490D3E2}"/>
              </a:ext>
            </a:extLst>
          </p:cNvPr>
          <p:cNvSpPr/>
          <p:nvPr/>
        </p:nvSpPr>
        <p:spPr>
          <a:xfrm>
            <a:off x="1447671" y="5981643"/>
            <a:ext cx="25583" cy="2558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D7AB554-045E-1B61-0594-C8C26513F711}"/>
              </a:ext>
            </a:extLst>
          </p:cNvPr>
          <p:cNvCxnSpPr>
            <a:cxnSpLocks/>
          </p:cNvCxnSpPr>
          <p:nvPr/>
        </p:nvCxnSpPr>
        <p:spPr>
          <a:xfrm flipV="1">
            <a:off x="1204601" y="4816565"/>
            <a:ext cx="1196320" cy="906019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2F664C5-E583-E7F9-88AD-A68FF6F0A0A4}"/>
              </a:ext>
            </a:extLst>
          </p:cNvPr>
          <p:cNvCxnSpPr>
            <a:cxnSpLocks/>
          </p:cNvCxnSpPr>
          <p:nvPr/>
        </p:nvCxnSpPr>
        <p:spPr>
          <a:xfrm>
            <a:off x="1107433" y="5553016"/>
            <a:ext cx="674998" cy="891274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AAF58D8-8C56-2C7E-B00F-0EF41D0C0E20}"/>
              </a:ext>
            </a:extLst>
          </p:cNvPr>
          <p:cNvCxnSpPr>
            <a:cxnSpLocks/>
          </p:cNvCxnSpPr>
          <p:nvPr/>
        </p:nvCxnSpPr>
        <p:spPr>
          <a:xfrm flipV="1">
            <a:off x="1714122" y="5116080"/>
            <a:ext cx="1624779" cy="1230507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2EFDE97-7607-4835-04B5-45CFE5FE0835}"/>
              </a:ext>
            </a:extLst>
          </p:cNvPr>
          <p:cNvSpPr txBox="1"/>
          <p:nvPr/>
        </p:nvSpPr>
        <p:spPr>
          <a:xfrm>
            <a:off x="2303310" y="4471213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2400"/>
            </a:lvl1pPr>
          </a:lstStyle>
          <a:p>
            <a:r>
              <a:rPr lang="ja-JP" altLang="en-US" dirty="0"/>
              <a:t>🍊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599213F-E58D-7679-8D3B-AE1BFA0EA655}"/>
              </a:ext>
            </a:extLst>
          </p:cNvPr>
          <p:cNvCxnSpPr>
            <a:cxnSpLocks/>
          </p:cNvCxnSpPr>
          <p:nvPr/>
        </p:nvCxnSpPr>
        <p:spPr>
          <a:xfrm flipH="1" flipV="1">
            <a:off x="5534103" y="5666714"/>
            <a:ext cx="262558" cy="346684"/>
          </a:xfrm>
          <a:prstGeom prst="line">
            <a:avLst/>
          </a:prstGeom>
          <a:ln w="38100">
            <a:solidFill>
              <a:srgbClr val="FFC00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BB659B8-A1A5-4F50-4C3B-3439BF2DBE6D}"/>
              </a:ext>
            </a:extLst>
          </p:cNvPr>
          <p:cNvCxnSpPr>
            <a:cxnSpLocks/>
          </p:cNvCxnSpPr>
          <p:nvPr/>
        </p:nvCxnSpPr>
        <p:spPr>
          <a:xfrm>
            <a:off x="5805456" y="6013398"/>
            <a:ext cx="248859" cy="328596"/>
          </a:xfrm>
          <a:prstGeom prst="line">
            <a:avLst/>
          </a:prstGeom>
          <a:ln w="38100">
            <a:solidFill>
              <a:srgbClr val="EE000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C48788F-13FB-6C2E-5174-B31CE347F59E}"/>
              </a:ext>
            </a:extLst>
          </p:cNvPr>
          <p:cNvCxnSpPr>
            <a:cxnSpLocks/>
          </p:cNvCxnSpPr>
          <p:nvPr/>
        </p:nvCxnSpPr>
        <p:spPr>
          <a:xfrm rot="18436890">
            <a:off x="10230916" y="5553016"/>
            <a:ext cx="674998" cy="891274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53365C0-F2C8-140D-E782-5D05E9929DA0}"/>
              </a:ext>
            </a:extLst>
          </p:cNvPr>
          <p:cNvCxnSpPr>
            <a:cxnSpLocks/>
          </p:cNvCxnSpPr>
          <p:nvPr/>
        </p:nvCxnSpPr>
        <p:spPr>
          <a:xfrm rot="18436890" flipH="1" flipV="1">
            <a:off x="10238413" y="5824521"/>
            <a:ext cx="262558" cy="346684"/>
          </a:xfrm>
          <a:prstGeom prst="line">
            <a:avLst/>
          </a:prstGeom>
          <a:ln w="38100">
            <a:solidFill>
              <a:srgbClr val="FFC00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16BE1FD-6C99-D3EB-C4BB-3672141707CA}"/>
              </a:ext>
            </a:extLst>
          </p:cNvPr>
          <p:cNvCxnSpPr>
            <a:cxnSpLocks/>
          </p:cNvCxnSpPr>
          <p:nvPr/>
        </p:nvCxnSpPr>
        <p:spPr>
          <a:xfrm rot="18436890">
            <a:off x="10674131" y="5827627"/>
            <a:ext cx="248859" cy="328596"/>
          </a:xfrm>
          <a:prstGeom prst="line">
            <a:avLst/>
          </a:prstGeom>
          <a:ln w="38100">
            <a:solidFill>
              <a:srgbClr val="EE000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0C106415-1484-625F-0D2F-443379D91633}"/>
              </a:ext>
            </a:extLst>
          </p:cNvPr>
          <p:cNvSpPr txBox="1"/>
          <p:nvPr/>
        </p:nvSpPr>
        <p:spPr>
          <a:xfrm>
            <a:off x="10762115" y="5500500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2400"/>
            </a:lvl1pPr>
          </a:lstStyle>
          <a:p>
            <a:r>
              <a:rPr lang="ja-JP" altLang="en-US" dirty="0"/>
              <a:t>🍎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9A98EEF-3FAD-70FB-120B-EEFCD0246F0B}"/>
              </a:ext>
            </a:extLst>
          </p:cNvPr>
          <p:cNvSpPr txBox="1"/>
          <p:nvPr/>
        </p:nvSpPr>
        <p:spPr>
          <a:xfrm>
            <a:off x="9563495" y="5500500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2400"/>
            </a:lvl1pPr>
          </a:lstStyle>
          <a:p>
            <a:r>
              <a:rPr lang="ja-JP" altLang="en-US" dirty="0"/>
              <a:t>🍊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7F5429B-C476-C693-0610-6088D875387E}"/>
              </a:ext>
            </a:extLst>
          </p:cNvPr>
          <p:cNvSpPr txBox="1"/>
          <p:nvPr/>
        </p:nvSpPr>
        <p:spPr>
          <a:xfrm>
            <a:off x="3316193" y="4774628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2400"/>
            </a:lvl1pPr>
          </a:lstStyle>
          <a:p>
            <a:r>
              <a:rPr lang="ja-JP" altLang="en-US" dirty="0"/>
              <a:t>🍎</a:t>
            </a:r>
          </a:p>
        </p:txBody>
      </p: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346D7564-1A21-3B0B-27F4-75FFCC2E21B7}"/>
              </a:ext>
            </a:extLst>
          </p:cNvPr>
          <p:cNvSpPr/>
          <p:nvPr/>
        </p:nvSpPr>
        <p:spPr>
          <a:xfrm>
            <a:off x="4520705" y="5029764"/>
            <a:ext cx="369711" cy="362036"/>
          </a:xfrm>
          <a:prstGeom prst="rightArrow">
            <a:avLst/>
          </a:prstGeom>
          <a:solidFill>
            <a:srgbClr val="B2B2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55" name="Arrow: Curved Down 54">
            <a:extLst>
              <a:ext uri="{FF2B5EF4-FFF2-40B4-BE49-F238E27FC236}">
                <a16:creationId xmlns:a16="http://schemas.microsoft.com/office/drawing/2014/main" id="{C5489812-62B8-C4B9-22A3-572BF10B1677}"/>
              </a:ext>
            </a:extLst>
          </p:cNvPr>
          <p:cNvSpPr/>
          <p:nvPr/>
        </p:nvSpPr>
        <p:spPr>
          <a:xfrm>
            <a:off x="8457298" y="5029764"/>
            <a:ext cx="743481" cy="461666"/>
          </a:xfrm>
          <a:prstGeom prst="curvedDownArrow">
            <a:avLst/>
          </a:prstGeom>
          <a:solidFill>
            <a:srgbClr val="B2B2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B7E6833-3EE8-26AB-725B-76CC29F09765}"/>
              </a:ext>
            </a:extLst>
          </p:cNvPr>
          <p:cNvSpPr/>
          <p:nvPr/>
        </p:nvSpPr>
        <p:spPr>
          <a:xfrm>
            <a:off x="64168" y="129068"/>
            <a:ext cx="12071685" cy="6656743"/>
          </a:xfrm>
          <a:prstGeom prst="rect">
            <a:avLst/>
          </a:prstGeom>
          <a:noFill/>
          <a:ln w="3175">
            <a:solidFill>
              <a:srgbClr val="B2B2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4284329-0A6E-9577-30F3-DA87C23712D0}"/>
              </a:ext>
            </a:extLst>
          </p:cNvPr>
          <p:cNvSpPr txBox="1"/>
          <p:nvPr/>
        </p:nvSpPr>
        <p:spPr>
          <a:xfrm>
            <a:off x="124977" y="203058"/>
            <a:ext cx="13484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2000" b="1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altLang="ja-JP"/>
              <a:t>Analogy</a:t>
            </a:r>
            <a:endParaRPr lang="en-US" altLang="ja-JP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34AF045-4E22-2CCD-DEA7-CDCB157AAB6D}"/>
              </a:ext>
            </a:extLst>
          </p:cNvPr>
          <p:cNvSpPr txBox="1"/>
          <p:nvPr/>
        </p:nvSpPr>
        <p:spPr>
          <a:xfrm>
            <a:off x="124977" y="3495183"/>
            <a:ext cx="14157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2000" b="1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altLang="ja-JP"/>
              <a:t>Contrast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049995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rallelogram 2">
            <a:extLst>
              <a:ext uri="{FF2B5EF4-FFF2-40B4-BE49-F238E27FC236}">
                <a16:creationId xmlns:a16="http://schemas.microsoft.com/office/drawing/2014/main" id="{F7080142-7C9B-3812-9894-01D245DC95D2}"/>
              </a:ext>
            </a:extLst>
          </p:cNvPr>
          <p:cNvSpPr/>
          <p:nvPr/>
        </p:nvSpPr>
        <p:spPr>
          <a:xfrm>
            <a:off x="1066933" y="2962654"/>
            <a:ext cx="1921815" cy="481255"/>
          </a:xfrm>
          <a:prstGeom prst="parallelogram">
            <a:avLst>
              <a:gd name="adj" fmla="val 105597"/>
            </a:avLst>
          </a:prstGeom>
          <a:gradFill flip="none" rotWithShape="1">
            <a:gsLst>
              <a:gs pos="0">
                <a:srgbClr val="FFCC66">
                  <a:shade val="30000"/>
                  <a:satMod val="115000"/>
                </a:srgbClr>
              </a:gs>
              <a:gs pos="50000">
                <a:srgbClr val="FFCC66">
                  <a:shade val="67500"/>
                  <a:satMod val="115000"/>
                </a:srgbClr>
              </a:gs>
              <a:gs pos="100000">
                <a:srgbClr val="FFCC66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3FC64ED9-24AF-5011-E4AE-C0E9BC59538B}"/>
              </a:ext>
            </a:extLst>
          </p:cNvPr>
          <p:cNvSpPr/>
          <p:nvPr/>
        </p:nvSpPr>
        <p:spPr>
          <a:xfrm>
            <a:off x="1609449" y="2036833"/>
            <a:ext cx="133057" cy="1153981"/>
          </a:xfrm>
          <a:prstGeom prst="can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Cylinder 4">
            <a:extLst>
              <a:ext uri="{FF2B5EF4-FFF2-40B4-BE49-F238E27FC236}">
                <a16:creationId xmlns:a16="http://schemas.microsoft.com/office/drawing/2014/main" id="{4A8F60E6-41A1-02AA-1900-595B0A396A0B}"/>
              </a:ext>
            </a:extLst>
          </p:cNvPr>
          <p:cNvSpPr/>
          <p:nvPr/>
        </p:nvSpPr>
        <p:spPr>
          <a:xfrm rot="2129818">
            <a:off x="1801005" y="2150787"/>
            <a:ext cx="57267" cy="542158"/>
          </a:xfrm>
          <a:prstGeom prst="can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Cylinder 5">
            <a:extLst>
              <a:ext uri="{FF2B5EF4-FFF2-40B4-BE49-F238E27FC236}">
                <a16:creationId xmlns:a16="http://schemas.microsoft.com/office/drawing/2014/main" id="{3A7D95EF-6746-D82F-78E7-774D0765BD39}"/>
              </a:ext>
            </a:extLst>
          </p:cNvPr>
          <p:cNvSpPr/>
          <p:nvPr/>
        </p:nvSpPr>
        <p:spPr>
          <a:xfrm rot="18769290">
            <a:off x="1499123" y="2446254"/>
            <a:ext cx="62740" cy="370495"/>
          </a:xfrm>
          <a:prstGeom prst="can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2215D6E-1BB7-7B20-A164-0C224DE1DDA4}"/>
              </a:ext>
            </a:extLst>
          </p:cNvPr>
          <p:cNvSpPr/>
          <p:nvPr/>
        </p:nvSpPr>
        <p:spPr>
          <a:xfrm>
            <a:off x="1207370" y="2322672"/>
            <a:ext cx="266674" cy="272999"/>
          </a:xfrm>
          <a:prstGeom prst="ellipse">
            <a:avLst/>
          </a:prstGeom>
          <a:solidFill>
            <a:srgbClr val="99C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2EC27BD-490F-CA68-9681-2EC62DE79064}"/>
              </a:ext>
            </a:extLst>
          </p:cNvPr>
          <p:cNvSpPr/>
          <p:nvPr/>
        </p:nvSpPr>
        <p:spPr>
          <a:xfrm>
            <a:off x="1457646" y="1789458"/>
            <a:ext cx="408775" cy="395084"/>
          </a:xfrm>
          <a:prstGeom prst="ellipse">
            <a:avLst/>
          </a:prstGeom>
          <a:solidFill>
            <a:srgbClr val="99C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BDF0E03-14CA-88A6-B824-5B3C492A3D4A}"/>
              </a:ext>
            </a:extLst>
          </p:cNvPr>
          <p:cNvSpPr/>
          <p:nvPr/>
        </p:nvSpPr>
        <p:spPr>
          <a:xfrm>
            <a:off x="1866587" y="2052451"/>
            <a:ext cx="264675" cy="246275"/>
          </a:xfrm>
          <a:prstGeom prst="ellipse">
            <a:avLst/>
          </a:prstGeom>
          <a:solidFill>
            <a:srgbClr val="99C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Cylinder 9">
            <a:extLst>
              <a:ext uri="{FF2B5EF4-FFF2-40B4-BE49-F238E27FC236}">
                <a16:creationId xmlns:a16="http://schemas.microsoft.com/office/drawing/2014/main" id="{77E311D8-46A6-B97A-27E6-0CBB52DB8C23}"/>
              </a:ext>
            </a:extLst>
          </p:cNvPr>
          <p:cNvSpPr/>
          <p:nvPr/>
        </p:nvSpPr>
        <p:spPr>
          <a:xfrm rot="3843812">
            <a:off x="1895216" y="2291554"/>
            <a:ext cx="27249" cy="251404"/>
          </a:xfrm>
          <a:prstGeom prst="can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A22905-7EC2-971D-18E1-3007536A93F7}"/>
              </a:ext>
            </a:extLst>
          </p:cNvPr>
          <p:cNvSpPr txBox="1"/>
          <p:nvPr/>
        </p:nvSpPr>
        <p:spPr>
          <a:xfrm>
            <a:off x="1781379" y="2882381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2400"/>
            </a:lvl1pPr>
          </a:lstStyle>
          <a:p>
            <a:r>
              <a:rPr lang="ja-JP" altLang="en-US" dirty="0"/>
              <a:t>🍎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4C2B32-1C02-F96A-5C43-1E707D10D27F}"/>
              </a:ext>
            </a:extLst>
          </p:cNvPr>
          <p:cNvCxnSpPr>
            <a:cxnSpLocks/>
          </p:cNvCxnSpPr>
          <p:nvPr/>
        </p:nvCxnSpPr>
        <p:spPr>
          <a:xfrm>
            <a:off x="2954451" y="3319719"/>
            <a:ext cx="1885502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0DBAD9A-424E-CFE7-C8DB-14E6B0B338F2}"/>
              </a:ext>
            </a:extLst>
          </p:cNvPr>
          <p:cNvCxnSpPr>
            <a:cxnSpLocks/>
          </p:cNvCxnSpPr>
          <p:nvPr/>
        </p:nvCxnSpPr>
        <p:spPr>
          <a:xfrm rot="16200000">
            <a:off x="2435131" y="2778249"/>
            <a:ext cx="1761918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B6A08B1-849F-D749-B5C6-E0EF116A3B3F}"/>
              </a:ext>
            </a:extLst>
          </p:cNvPr>
          <p:cNvCxnSpPr>
            <a:cxnSpLocks/>
          </p:cNvCxnSpPr>
          <p:nvPr/>
        </p:nvCxnSpPr>
        <p:spPr>
          <a:xfrm flipV="1">
            <a:off x="3316090" y="2694085"/>
            <a:ext cx="1317079" cy="625634"/>
          </a:xfrm>
          <a:prstGeom prst="straightConnector1">
            <a:avLst/>
          </a:prstGeom>
          <a:ln w="38100">
            <a:solidFill>
              <a:srgbClr val="EE000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29DDE9D8-5E3F-584E-C7A8-2703B38D1A91}"/>
              </a:ext>
            </a:extLst>
          </p:cNvPr>
          <p:cNvSpPr/>
          <p:nvPr/>
        </p:nvSpPr>
        <p:spPr>
          <a:xfrm>
            <a:off x="3316090" y="3302099"/>
            <a:ext cx="17619" cy="17619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348D4E-1E13-5896-5B2C-6C335A9E8E18}"/>
              </a:ext>
            </a:extLst>
          </p:cNvPr>
          <p:cNvSpPr txBox="1"/>
          <p:nvPr/>
        </p:nvSpPr>
        <p:spPr>
          <a:xfrm>
            <a:off x="4630635" y="3798563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2400"/>
            </a:lvl1pPr>
          </a:lstStyle>
          <a:p>
            <a:r>
              <a:rPr lang="ja-JP" altLang="en-US" dirty="0"/>
              <a:t>🍎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8057F91-8F66-E37B-9083-65EDDF1D7141}"/>
              </a:ext>
            </a:extLst>
          </p:cNvPr>
          <p:cNvCxnSpPr>
            <a:cxnSpLocks/>
            <a:stCxn id="15" idx="4"/>
          </p:cNvCxnSpPr>
          <p:nvPr/>
        </p:nvCxnSpPr>
        <p:spPr>
          <a:xfrm>
            <a:off x="3324899" y="3319719"/>
            <a:ext cx="1296926" cy="590519"/>
          </a:xfrm>
          <a:prstGeom prst="straightConnector1">
            <a:avLst/>
          </a:prstGeom>
          <a:ln w="38100">
            <a:solidFill>
              <a:srgbClr val="7030A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3B68485-0564-9128-0258-B85CD7DEE2E4}"/>
              </a:ext>
            </a:extLst>
          </p:cNvPr>
          <p:cNvCxnSpPr>
            <a:cxnSpLocks/>
          </p:cNvCxnSpPr>
          <p:nvPr/>
        </p:nvCxnSpPr>
        <p:spPr>
          <a:xfrm>
            <a:off x="4621826" y="2736606"/>
            <a:ext cx="0" cy="1173631"/>
          </a:xfrm>
          <a:prstGeom prst="straightConnector1">
            <a:avLst/>
          </a:prstGeom>
          <a:ln w="38100">
            <a:solidFill>
              <a:srgbClr val="00B0F0"/>
            </a:solidFill>
            <a:prstDash val="sysDot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918FFA7-0560-117A-C691-2F7DF5E67303}"/>
              </a:ext>
            </a:extLst>
          </p:cNvPr>
          <p:cNvCxnSpPr/>
          <p:nvPr/>
        </p:nvCxnSpPr>
        <p:spPr>
          <a:xfrm flipV="1">
            <a:off x="4716369" y="2694085"/>
            <a:ext cx="691906" cy="427842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F505B7E-BE02-0848-ADB8-779BDF641C47}"/>
              </a:ext>
            </a:extLst>
          </p:cNvPr>
          <p:cNvSpPr txBox="1"/>
          <p:nvPr/>
        </p:nvSpPr>
        <p:spPr>
          <a:xfrm>
            <a:off x="5380228" y="2492118"/>
            <a:ext cx="9060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b="1"/>
            </a:lvl1pPr>
          </a:lstStyle>
          <a:p>
            <a:r>
              <a:rPr lang="en-US" altLang="ja-JP" sz="1200" dirty="0">
                <a:latin typeface="Verdana" panose="020B0604030504040204" pitchFamily="34" charset="0"/>
                <a:ea typeface="Verdana" panose="020B0604030504040204" pitchFamily="34" charset="0"/>
              </a:rPr>
              <a:t>Gravity?</a:t>
            </a:r>
            <a:endParaRPr lang="ja-JP" altLang="en-US" sz="1200" dirty="0">
              <a:latin typeface="Verdana" panose="020B060403050404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37DDBA3-180C-3F16-25C3-2BF136E7961E}"/>
              </a:ext>
            </a:extLst>
          </p:cNvPr>
          <p:cNvCxnSpPr>
            <a:cxnSpLocks/>
          </p:cNvCxnSpPr>
          <p:nvPr/>
        </p:nvCxnSpPr>
        <p:spPr>
          <a:xfrm flipV="1">
            <a:off x="4965646" y="3713875"/>
            <a:ext cx="288656" cy="196361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55EB84F-CA23-8386-73D8-4F442DAD813A}"/>
              </a:ext>
            </a:extLst>
          </p:cNvPr>
          <p:cNvSpPr txBox="1"/>
          <p:nvPr/>
        </p:nvSpPr>
        <p:spPr>
          <a:xfrm>
            <a:off x="5254302" y="3429231"/>
            <a:ext cx="10262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2400"/>
            </a:lvl1pPr>
          </a:lstStyle>
          <a:p>
            <a:r>
              <a:rPr lang="en-US" altLang="ja-JP" sz="1200" b="1" dirty="0">
                <a:latin typeface="Verdana" panose="020B0604030504040204" pitchFamily="34" charset="0"/>
                <a:ea typeface="Verdana" panose="020B0604030504040204" pitchFamily="34" charset="0"/>
              </a:rPr>
              <a:t>has fallen</a:t>
            </a:r>
            <a:endParaRPr lang="ja-JP" altLang="en-US" sz="1200" b="1" dirty="0">
              <a:latin typeface="Verdana" panose="020B060403050404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ABB0F67-4743-D2C8-3F1B-E964973333EB}"/>
              </a:ext>
            </a:extLst>
          </p:cNvPr>
          <p:cNvSpPr/>
          <p:nvPr/>
        </p:nvSpPr>
        <p:spPr>
          <a:xfrm>
            <a:off x="581890" y="1200726"/>
            <a:ext cx="11323783" cy="3149139"/>
          </a:xfrm>
          <a:prstGeom prst="rect">
            <a:avLst/>
          </a:prstGeom>
          <a:noFill/>
          <a:ln w="3175">
            <a:solidFill>
              <a:srgbClr val="B2B2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81EBD4CB-1990-E034-6B8E-9117430F1397}"/>
              </a:ext>
            </a:extLst>
          </p:cNvPr>
          <p:cNvSpPr/>
          <p:nvPr/>
        </p:nvSpPr>
        <p:spPr>
          <a:xfrm>
            <a:off x="6901311" y="2962654"/>
            <a:ext cx="1921815" cy="481255"/>
          </a:xfrm>
          <a:prstGeom prst="parallelogram">
            <a:avLst>
              <a:gd name="adj" fmla="val 105597"/>
            </a:avLst>
          </a:prstGeom>
          <a:gradFill flip="none" rotWithShape="1">
            <a:gsLst>
              <a:gs pos="0">
                <a:srgbClr val="FFCC66">
                  <a:shade val="30000"/>
                  <a:satMod val="115000"/>
                </a:srgbClr>
              </a:gs>
              <a:gs pos="50000">
                <a:srgbClr val="FFCC66">
                  <a:shade val="67500"/>
                  <a:satMod val="115000"/>
                </a:srgbClr>
              </a:gs>
              <a:gs pos="100000">
                <a:srgbClr val="FFCC66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Cylinder 25">
            <a:extLst>
              <a:ext uri="{FF2B5EF4-FFF2-40B4-BE49-F238E27FC236}">
                <a16:creationId xmlns:a16="http://schemas.microsoft.com/office/drawing/2014/main" id="{A10F4648-760E-3094-FCDD-89304DCC9CD7}"/>
              </a:ext>
            </a:extLst>
          </p:cNvPr>
          <p:cNvSpPr/>
          <p:nvPr/>
        </p:nvSpPr>
        <p:spPr>
          <a:xfrm>
            <a:off x="7443827" y="2036833"/>
            <a:ext cx="133057" cy="1153981"/>
          </a:xfrm>
          <a:prstGeom prst="can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Cylinder 26">
            <a:extLst>
              <a:ext uri="{FF2B5EF4-FFF2-40B4-BE49-F238E27FC236}">
                <a16:creationId xmlns:a16="http://schemas.microsoft.com/office/drawing/2014/main" id="{7DBA5B54-1B4C-1914-6EBD-AB4B0728B4E1}"/>
              </a:ext>
            </a:extLst>
          </p:cNvPr>
          <p:cNvSpPr/>
          <p:nvPr/>
        </p:nvSpPr>
        <p:spPr>
          <a:xfrm rot="2129818">
            <a:off x="7635383" y="2150787"/>
            <a:ext cx="57267" cy="542158"/>
          </a:xfrm>
          <a:prstGeom prst="can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Cylinder 27">
            <a:extLst>
              <a:ext uri="{FF2B5EF4-FFF2-40B4-BE49-F238E27FC236}">
                <a16:creationId xmlns:a16="http://schemas.microsoft.com/office/drawing/2014/main" id="{F9FD2BDE-7B70-1864-2611-BC7F506A4ADE}"/>
              </a:ext>
            </a:extLst>
          </p:cNvPr>
          <p:cNvSpPr/>
          <p:nvPr/>
        </p:nvSpPr>
        <p:spPr>
          <a:xfrm rot="18769290">
            <a:off x="7333501" y="2446254"/>
            <a:ext cx="62740" cy="370495"/>
          </a:xfrm>
          <a:prstGeom prst="can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737F716-13D0-59D0-CAC1-C76ADF7836A4}"/>
              </a:ext>
            </a:extLst>
          </p:cNvPr>
          <p:cNvSpPr/>
          <p:nvPr/>
        </p:nvSpPr>
        <p:spPr>
          <a:xfrm>
            <a:off x="7041748" y="2322672"/>
            <a:ext cx="266674" cy="272999"/>
          </a:xfrm>
          <a:prstGeom prst="ellipse">
            <a:avLst/>
          </a:prstGeom>
          <a:solidFill>
            <a:srgbClr val="99C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06176CB-720B-B1B5-62B1-1F187F85B36D}"/>
              </a:ext>
            </a:extLst>
          </p:cNvPr>
          <p:cNvSpPr/>
          <p:nvPr/>
        </p:nvSpPr>
        <p:spPr>
          <a:xfrm>
            <a:off x="7292024" y="1789458"/>
            <a:ext cx="408775" cy="395084"/>
          </a:xfrm>
          <a:prstGeom prst="ellipse">
            <a:avLst/>
          </a:prstGeom>
          <a:solidFill>
            <a:srgbClr val="99C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FCBCD1F-F6CD-2CB0-022F-55391ED37FB8}"/>
              </a:ext>
            </a:extLst>
          </p:cNvPr>
          <p:cNvSpPr/>
          <p:nvPr/>
        </p:nvSpPr>
        <p:spPr>
          <a:xfrm>
            <a:off x="7700965" y="2052451"/>
            <a:ext cx="264675" cy="246275"/>
          </a:xfrm>
          <a:prstGeom prst="ellipse">
            <a:avLst/>
          </a:prstGeom>
          <a:solidFill>
            <a:srgbClr val="99C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Cylinder 31">
            <a:extLst>
              <a:ext uri="{FF2B5EF4-FFF2-40B4-BE49-F238E27FC236}">
                <a16:creationId xmlns:a16="http://schemas.microsoft.com/office/drawing/2014/main" id="{47AE0663-D824-A311-3582-5C2F0C0AF903}"/>
              </a:ext>
            </a:extLst>
          </p:cNvPr>
          <p:cNvSpPr/>
          <p:nvPr/>
        </p:nvSpPr>
        <p:spPr>
          <a:xfrm rot="3843812">
            <a:off x="7729594" y="2291554"/>
            <a:ext cx="27249" cy="251404"/>
          </a:xfrm>
          <a:prstGeom prst="can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281FA8E-EDDE-7FB8-15AF-0686E589B544}"/>
              </a:ext>
            </a:extLst>
          </p:cNvPr>
          <p:cNvSpPr txBox="1"/>
          <p:nvPr/>
        </p:nvSpPr>
        <p:spPr>
          <a:xfrm>
            <a:off x="7610403" y="2358225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2400"/>
            </a:lvl1pPr>
          </a:lstStyle>
          <a:p>
            <a:r>
              <a:rPr lang="ja-JP" altLang="en-US" dirty="0"/>
              <a:t>🍊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1087C39-7A4B-5F20-7904-4B9EA5D52CB2}"/>
              </a:ext>
            </a:extLst>
          </p:cNvPr>
          <p:cNvCxnSpPr>
            <a:cxnSpLocks/>
          </p:cNvCxnSpPr>
          <p:nvPr/>
        </p:nvCxnSpPr>
        <p:spPr>
          <a:xfrm>
            <a:off x="8788829" y="3319719"/>
            <a:ext cx="1761918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8B7E6CF-BDA5-33C9-D876-4C08CE8C2537}"/>
              </a:ext>
            </a:extLst>
          </p:cNvPr>
          <p:cNvCxnSpPr>
            <a:cxnSpLocks/>
          </p:cNvCxnSpPr>
          <p:nvPr/>
        </p:nvCxnSpPr>
        <p:spPr>
          <a:xfrm rot="16200000">
            <a:off x="8269509" y="2778249"/>
            <a:ext cx="1761918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92AB4BC-DA2D-D61C-D73E-711DB85D50D8}"/>
              </a:ext>
            </a:extLst>
          </p:cNvPr>
          <p:cNvCxnSpPr>
            <a:cxnSpLocks/>
          </p:cNvCxnSpPr>
          <p:nvPr/>
        </p:nvCxnSpPr>
        <p:spPr>
          <a:xfrm flipV="1">
            <a:off x="9150468" y="2487808"/>
            <a:ext cx="670652" cy="831911"/>
          </a:xfrm>
          <a:prstGeom prst="straightConnector1">
            <a:avLst/>
          </a:prstGeom>
          <a:ln w="38100">
            <a:solidFill>
              <a:srgbClr val="FFC00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6B554372-4223-D9CA-1277-0ADBF0B6502E}"/>
              </a:ext>
            </a:extLst>
          </p:cNvPr>
          <p:cNvSpPr/>
          <p:nvPr/>
        </p:nvSpPr>
        <p:spPr>
          <a:xfrm>
            <a:off x="9150468" y="3302099"/>
            <a:ext cx="17619" cy="17619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A850AD7-4BD2-2165-AB12-4502FAF76E6B}"/>
              </a:ext>
            </a:extLst>
          </p:cNvPr>
          <p:cNvSpPr txBox="1"/>
          <p:nvPr/>
        </p:nvSpPr>
        <p:spPr>
          <a:xfrm>
            <a:off x="9736240" y="2258280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2400"/>
            </a:lvl1pPr>
          </a:lstStyle>
          <a:p>
            <a:r>
              <a:rPr lang="ja-JP" altLang="en-US" dirty="0"/>
              <a:t>🍊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9E9699C-2211-89D2-5A3D-56FCC651E8D1}"/>
              </a:ext>
            </a:extLst>
          </p:cNvPr>
          <p:cNvCxnSpPr>
            <a:cxnSpLocks/>
            <a:stCxn id="37" idx="4"/>
          </p:cNvCxnSpPr>
          <p:nvPr/>
        </p:nvCxnSpPr>
        <p:spPr>
          <a:xfrm>
            <a:off x="9159277" y="3319719"/>
            <a:ext cx="661842" cy="394157"/>
          </a:xfrm>
          <a:prstGeom prst="straightConnector1">
            <a:avLst/>
          </a:prstGeom>
          <a:ln w="38100">
            <a:solidFill>
              <a:srgbClr val="008000"/>
            </a:solidFill>
            <a:prstDash val="sysDot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9D68623-9401-4B4B-335A-37470CEF564A}"/>
              </a:ext>
            </a:extLst>
          </p:cNvPr>
          <p:cNvCxnSpPr>
            <a:cxnSpLocks/>
          </p:cNvCxnSpPr>
          <p:nvPr/>
        </p:nvCxnSpPr>
        <p:spPr>
          <a:xfrm>
            <a:off x="9821119" y="2540244"/>
            <a:ext cx="0" cy="1173631"/>
          </a:xfrm>
          <a:prstGeom prst="straightConnector1">
            <a:avLst/>
          </a:prstGeom>
          <a:ln w="38100">
            <a:solidFill>
              <a:srgbClr val="00B0F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86B3E98-8D47-A222-C93B-3B3E0F9613DF}"/>
              </a:ext>
            </a:extLst>
          </p:cNvPr>
          <p:cNvCxnSpPr/>
          <p:nvPr/>
        </p:nvCxnSpPr>
        <p:spPr>
          <a:xfrm flipV="1">
            <a:off x="9864675" y="2647529"/>
            <a:ext cx="691906" cy="427842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0E46398-A8DC-2F29-9404-80EB9D6F9368}"/>
              </a:ext>
            </a:extLst>
          </p:cNvPr>
          <p:cNvSpPr txBox="1"/>
          <p:nvPr/>
        </p:nvSpPr>
        <p:spPr>
          <a:xfrm>
            <a:off x="10550747" y="2436696"/>
            <a:ext cx="8114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b="1"/>
            </a:lvl1pPr>
          </a:lstStyle>
          <a:p>
            <a:r>
              <a:rPr lang="en-US" altLang="ja-JP" sz="1200" dirty="0">
                <a:latin typeface="Verdana" panose="020B0604030504040204" pitchFamily="34" charset="0"/>
                <a:ea typeface="Verdana" panose="020B0604030504040204" pitchFamily="34" charset="0"/>
              </a:rPr>
              <a:t>Gravity</a:t>
            </a:r>
            <a:endParaRPr lang="ja-JP" altLang="en-US" sz="1200" dirty="0">
              <a:latin typeface="Verdana" panose="020B0604030504040204" pitchFamily="34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C392BD1-732E-B880-9B56-0FC8A5E92BD6}"/>
              </a:ext>
            </a:extLst>
          </p:cNvPr>
          <p:cNvCxnSpPr>
            <a:cxnSpLocks/>
          </p:cNvCxnSpPr>
          <p:nvPr/>
        </p:nvCxnSpPr>
        <p:spPr>
          <a:xfrm flipV="1">
            <a:off x="9065589" y="3564065"/>
            <a:ext cx="420205" cy="234498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3AA184AB-5FC7-E8F8-1C7F-09BDAC5CC2BB}"/>
              </a:ext>
            </a:extLst>
          </p:cNvPr>
          <p:cNvSpPr txBox="1"/>
          <p:nvPr/>
        </p:nvSpPr>
        <p:spPr>
          <a:xfrm>
            <a:off x="8358225" y="3824847"/>
            <a:ext cx="8210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b="1"/>
            </a:lvl1pPr>
          </a:lstStyle>
          <a:p>
            <a:r>
              <a:rPr lang="en-US" altLang="ja-JP" sz="1200" dirty="0">
                <a:latin typeface="Verdana" panose="020B0604030504040204" pitchFamily="34" charset="0"/>
                <a:ea typeface="Verdana" panose="020B0604030504040204" pitchFamily="34" charset="0"/>
              </a:rPr>
              <a:t>will fall</a:t>
            </a:r>
            <a:endParaRPr lang="ja-JP" altLang="en-US" sz="1200" dirty="0">
              <a:latin typeface="Verdana" panose="020B060403050404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EC475E5-E73F-2EF0-B09A-6564EBC216A8}"/>
              </a:ext>
            </a:extLst>
          </p:cNvPr>
          <p:cNvSpPr txBox="1"/>
          <p:nvPr/>
        </p:nvSpPr>
        <p:spPr>
          <a:xfrm>
            <a:off x="634448" y="1360445"/>
            <a:ext cx="11641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b="1" dirty="0">
                <a:latin typeface="Verdana" panose="020B0604030504040204" pitchFamily="34" charset="0"/>
                <a:ea typeface="Verdana" panose="020B0604030504040204" pitchFamily="34" charset="0"/>
              </a:rPr>
              <a:t>Induction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0D39EED-0E74-A574-79F1-2EEC6993388F}"/>
              </a:ext>
            </a:extLst>
          </p:cNvPr>
          <p:cNvSpPr txBox="1"/>
          <p:nvPr/>
        </p:nvSpPr>
        <p:spPr>
          <a:xfrm>
            <a:off x="6162441" y="1360445"/>
            <a:ext cx="12057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2000" b="1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altLang="ja-JP" sz="1400"/>
              <a:t>Deduction</a:t>
            </a:r>
            <a:endParaRPr lang="en-US" altLang="ja-JP" sz="1400" dirty="0"/>
          </a:p>
        </p:txBody>
      </p:sp>
    </p:spTree>
    <p:extLst>
      <p:ext uri="{BB962C8B-B14F-4D97-AF65-F5344CB8AC3E}">
        <p14:creationId xmlns:p14="http://schemas.microsoft.com/office/powerpoint/2010/main" val="3613292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row: Right 2">
            <a:extLst>
              <a:ext uri="{FF2B5EF4-FFF2-40B4-BE49-F238E27FC236}">
                <a16:creationId xmlns:a16="http://schemas.microsoft.com/office/drawing/2014/main" id="{34B54304-9555-4B50-A1E3-125CCF821017}"/>
              </a:ext>
            </a:extLst>
          </p:cNvPr>
          <p:cNvSpPr/>
          <p:nvPr/>
        </p:nvSpPr>
        <p:spPr>
          <a:xfrm>
            <a:off x="3393775" y="1938245"/>
            <a:ext cx="369711" cy="362036"/>
          </a:xfrm>
          <a:prstGeom prst="rightArrow">
            <a:avLst/>
          </a:prstGeom>
          <a:solidFill>
            <a:srgbClr val="B2B2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FEFAC01C-425B-89DC-8CD2-0DEEF378B095}"/>
              </a:ext>
            </a:extLst>
          </p:cNvPr>
          <p:cNvSpPr/>
          <p:nvPr/>
        </p:nvSpPr>
        <p:spPr>
          <a:xfrm>
            <a:off x="6965260" y="1938245"/>
            <a:ext cx="369711" cy="362036"/>
          </a:xfrm>
          <a:prstGeom prst="rightArrow">
            <a:avLst/>
          </a:prstGeom>
          <a:solidFill>
            <a:srgbClr val="B2B2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30" name="Parallelogram 29">
            <a:extLst>
              <a:ext uri="{FF2B5EF4-FFF2-40B4-BE49-F238E27FC236}">
                <a16:creationId xmlns:a16="http://schemas.microsoft.com/office/drawing/2014/main" id="{7002A30F-92D4-835E-248F-D4FA8645A2B3}"/>
              </a:ext>
            </a:extLst>
          </p:cNvPr>
          <p:cNvSpPr/>
          <p:nvPr/>
        </p:nvSpPr>
        <p:spPr>
          <a:xfrm>
            <a:off x="7375778" y="1621233"/>
            <a:ext cx="4549706" cy="1451640"/>
          </a:xfrm>
          <a:prstGeom prst="parallelogram">
            <a:avLst>
              <a:gd name="adj" fmla="val 89967"/>
            </a:avLst>
          </a:prstGeom>
          <a:gradFill flip="none" rotWithShape="1">
            <a:gsLst>
              <a:gs pos="0">
                <a:srgbClr val="4D4D4D"/>
              </a:gs>
              <a:gs pos="100000">
                <a:srgbClr val="80808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7805CEF-70BD-CD31-73C7-BCDB8295BA3E}"/>
              </a:ext>
            </a:extLst>
          </p:cNvPr>
          <p:cNvCxnSpPr>
            <a:cxnSpLocks/>
          </p:cNvCxnSpPr>
          <p:nvPr/>
        </p:nvCxnSpPr>
        <p:spPr>
          <a:xfrm>
            <a:off x="8765394" y="2100659"/>
            <a:ext cx="2168821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859A81B-C9FB-A6F3-BCAE-F62EE9B46BC0}"/>
              </a:ext>
            </a:extLst>
          </p:cNvPr>
          <p:cNvCxnSpPr>
            <a:cxnSpLocks/>
          </p:cNvCxnSpPr>
          <p:nvPr/>
        </p:nvCxnSpPr>
        <p:spPr>
          <a:xfrm flipV="1">
            <a:off x="9210551" y="332648"/>
            <a:ext cx="0" cy="2077762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E40A220-8A38-2623-745D-739EB52C05D7}"/>
              </a:ext>
            </a:extLst>
          </p:cNvPr>
          <p:cNvCxnSpPr>
            <a:cxnSpLocks/>
          </p:cNvCxnSpPr>
          <p:nvPr/>
        </p:nvCxnSpPr>
        <p:spPr>
          <a:xfrm flipV="1">
            <a:off x="9210550" y="1313458"/>
            <a:ext cx="1621249" cy="770119"/>
          </a:xfrm>
          <a:prstGeom prst="straightConnector1">
            <a:avLst/>
          </a:prstGeom>
          <a:ln w="38100">
            <a:solidFill>
              <a:srgbClr val="EE000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43B5C81-0EF3-5B98-4005-7D7C2072585F}"/>
              </a:ext>
            </a:extLst>
          </p:cNvPr>
          <p:cNvCxnSpPr>
            <a:cxnSpLocks/>
          </p:cNvCxnSpPr>
          <p:nvPr/>
        </p:nvCxnSpPr>
        <p:spPr>
          <a:xfrm flipV="1">
            <a:off x="9210550" y="1188189"/>
            <a:ext cx="440081" cy="895388"/>
          </a:xfrm>
          <a:prstGeom prst="straightConnector1">
            <a:avLst/>
          </a:prstGeom>
          <a:ln w="38100">
            <a:solidFill>
              <a:srgbClr val="FFC00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8150141A-A49C-803A-0617-32D0836DE736}"/>
              </a:ext>
            </a:extLst>
          </p:cNvPr>
          <p:cNvSpPr/>
          <p:nvPr/>
        </p:nvSpPr>
        <p:spPr>
          <a:xfrm>
            <a:off x="9210550" y="2061889"/>
            <a:ext cx="21688" cy="21688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4E80DF3-7750-072C-75E8-FC7A5E20B280}"/>
              </a:ext>
            </a:extLst>
          </p:cNvPr>
          <p:cNvSpPr txBox="1"/>
          <p:nvPr/>
        </p:nvSpPr>
        <p:spPr>
          <a:xfrm>
            <a:off x="10761457" y="992500"/>
            <a:ext cx="8178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2400"/>
            </a:lvl1pPr>
          </a:lstStyle>
          <a:p>
            <a:r>
              <a:rPr lang="ja-JP" altLang="en-US" sz="3600" dirty="0"/>
              <a:t>🍎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02453DF-7F9E-A154-275B-8C5B097861DB}"/>
              </a:ext>
            </a:extLst>
          </p:cNvPr>
          <p:cNvSpPr txBox="1"/>
          <p:nvPr/>
        </p:nvSpPr>
        <p:spPr>
          <a:xfrm>
            <a:off x="9561449" y="889952"/>
            <a:ext cx="515317" cy="3913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2400"/>
            </a:lvl1pPr>
          </a:lstStyle>
          <a:p>
            <a:r>
              <a:rPr lang="ja-JP" altLang="en-US" dirty="0"/>
              <a:t>🍊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8A31F3C-7B6C-C3AD-A75B-21BECD0B4B35}"/>
              </a:ext>
            </a:extLst>
          </p:cNvPr>
          <p:cNvCxnSpPr>
            <a:cxnSpLocks/>
          </p:cNvCxnSpPr>
          <p:nvPr/>
        </p:nvCxnSpPr>
        <p:spPr>
          <a:xfrm flipH="1">
            <a:off x="8530750" y="1832717"/>
            <a:ext cx="913589" cy="1005449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1CB1ECB-C17F-2F6E-B09D-79AF13139176}"/>
              </a:ext>
            </a:extLst>
          </p:cNvPr>
          <p:cNvCxnSpPr>
            <a:cxnSpLocks/>
          </p:cNvCxnSpPr>
          <p:nvPr/>
        </p:nvCxnSpPr>
        <p:spPr>
          <a:xfrm>
            <a:off x="10823969" y="1343278"/>
            <a:ext cx="0" cy="1246350"/>
          </a:xfrm>
          <a:prstGeom prst="line">
            <a:avLst/>
          </a:prstGeom>
          <a:ln w="19050">
            <a:solidFill>
              <a:srgbClr val="0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A6EB592-AE7F-1E25-8E98-02388F6FCE40}"/>
              </a:ext>
            </a:extLst>
          </p:cNvPr>
          <p:cNvCxnSpPr>
            <a:cxnSpLocks/>
          </p:cNvCxnSpPr>
          <p:nvPr/>
        </p:nvCxnSpPr>
        <p:spPr>
          <a:xfrm>
            <a:off x="9650631" y="1239355"/>
            <a:ext cx="0" cy="1147252"/>
          </a:xfrm>
          <a:prstGeom prst="line">
            <a:avLst/>
          </a:prstGeom>
          <a:ln w="19050">
            <a:solidFill>
              <a:srgbClr val="0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43A9C8DE-0AA1-B877-1D55-70400CDF20E6}"/>
              </a:ext>
            </a:extLst>
          </p:cNvPr>
          <p:cNvSpPr/>
          <p:nvPr/>
        </p:nvSpPr>
        <p:spPr>
          <a:xfrm flipV="1">
            <a:off x="9181479" y="2062638"/>
            <a:ext cx="76043" cy="7604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A994684-FE59-B5EF-A8B9-88848212B784}"/>
              </a:ext>
            </a:extLst>
          </p:cNvPr>
          <p:cNvCxnSpPr>
            <a:cxnSpLocks/>
          </p:cNvCxnSpPr>
          <p:nvPr/>
        </p:nvCxnSpPr>
        <p:spPr>
          <a:xfrm>
            <a:off x="5322385" y="973629"/>
            <a:ext cx="0" cy="2248263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8A1A5FE-314C-0891-F39B-E4ED21BE295B}"/>
              </a:ext>
            </a:extLst>
          </p:cNvPr>
          <p:cNvCxnSpPr>
            <a:cxnSpLocks/>
          </p:cNvCxnSpPr>
          <p:nvPr/>
        </p:nvCxnSpPr>
        <p:spPr>
          <a:xfrm>
            <a:off x="4069043" y="2100659"/>
            <a:ext cx="2506686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9517357-7C00-6A16-09F2-7D227A865A4C}"/>
              </a:ext>
            </a:extLst>
          </p:cNvPr>
          <p:cNvGrpSpPr/>
          <p:nvPr/>
        </p:nvGrpSpPr>
        <p:grpSpPr>
          <a:xfrm>
            <a:off x="5795156" y="2201159"/>
            <a:ext cx="327148" cy="262075"/>
            <a:chOff x="7907418" y="978542"/>
            <a:chExt cx="385898" cy="309139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EA2A1BD-7B7F-FE0B-45FA-2A887BB5CA37}"/>
                </a:ext>
              </a:extLst>
            </p:cNvPr>
            <p:cNvSpPr/>
            <p:nvPr/>
          </p:nvSpPr>
          <p:spPr>
            <a:xfrm>
              <a:off x="7907418" y="1002328"/>
              <a:ext cx="385898" cy="285353"/>
            </a:xfrm>
            <a:prstGeom prst="ellipse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Teardrop 28">
              <a:extLst>
                <a:ext uri="{FF2B5EF4-FFF2-40B4-BE49-F238E27FC236}">
                  <a16:creationId xmlns:a16="http://schemas.microsoft.com/office/drawing/2014/main" id="{B9A0C655-F616-0AFE-3BD7-DF3487FDE3F1}"/>
                </a:ext>
              </a:extLst>
            </p:cNvPr>
            <p:cNvSpPr/>
            <p:nvPr/>
          </p:nvSpPr>
          <p:spPr>
            <a:xfrm rot="1024920" flipV="1">
              <a:off x="7913906" y="978542"/>
              <a:ext cx="166373" cy="69157"/>
            </a:xfrm>
            <a:prstGeom prst="teardrop">
              <a:avLst>
                <a:gd name="adj" fmla="val 135873"/>
              </a:avLst>
            </a:prstGeom>
            <a:solidFill>
              <a:srgbClr val="77777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A2CBA07-46D4-736B-7723-D2D87E9D5ED6}"/>
              </a:ext>
            </a:extLst>
          </p:cNvPr>
          <p:cNvGrpSpPr/>
          <p:nvPr/>
        </p:nvGrpSpPr>
        <p:grpSpPr>
          <a:xfrm>
            <a:off x="6016727" y="2611681"/>
            <a:ext cx="479143" cy="422562"/>
            <a:chOff x="9481739" y="978542"/>
            <a:chExt cx="350533" cy="309139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AEE9357-F2CE-2A89-FB49-A48400768917}"/>
                </a:ext>
              </a:extLst>
            </p:cNvPr>
            <p:cNvSpPr/>
            <p:nvPr/>
          </p:nvSpPr>
          <p:spPr>
            <a:xfrm>
              <a:off x="9598583" y="1002328"/>
              <a:ext cx="233689" cy="285353"/>
            </a:xfrm>
            <a:prstGeom prst="ellipse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DABF61D-D3B1-FCFE-28FD-F3CD5FC6E70B}"/>
                </a:ext>
              </a:extLst>
            </p:cNvPr>
            <p:cNvSpPr/>
            <p:nvPr/>
          </p:nvSpPr>
          <p:spPr>
            <a:xfrm>
              <a:off x="9481739" y="1002328"/>
              <a:ext cx="233689" cy="285353"/>
            </a:xfrm>
            <a:prstGeom prst="ellipse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Teardrop 26">
              <a:extLst>
                <a:ext uri="{FF2B5EF4-FFF2-40B4-BE49-F238E27FC236}">
                  <a16:creationId xmlns:a16="http://schemas.microsoft.com/office/drawing/2014/main" id="{19530362-A0B2-BA62-0101-7E72A6E437E8}"/>
                </a:ext>
              </a:extLst>
            </p:cNvPr>
            <p:cNvSpPr/>
            <p:nvPr/>
          </p:nvSpPr>
          <p:spPr>
            <a:xfrm rot="1024920" flipV="1">
              <a:off x="9515398" y="978542"/>
              <a:ext cx="166373" cy="69157"/>
            </a:xfrm>
            <a:prstGeom prst="teardrop">
              <a:avLst>
                <a:gd name="adj" fmla="val 135873"/>
              </a:avLst>
            </a:prstGeom>
            <a:solidFill>
              <a:srgbClr val="77777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1" name="Oval 20">
            <a:extLst>
              <a:ext uri="{FF2B5EF4-FFF2-40B4-BE49-F238E27FC236}">
                <a16:creationId xmlns:a16="http://schemas.microsoft.com/office/drawing/2014/main" id="{E9D8EF24-B418-1BFB-6729-814218F053F0}"/>
              </a:ext>
            </a:extLst>
          </p:cNvPr>
          <p:cNvSpPr/>
          <p:nvPr/>
        </p:nvSpPr>
        <p:spPr>
          <a:xfrm flipV="1">
            <a:off x="5284363" y="2062638"/>
            <a:ext cx="76043" cy="7604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CD8387B-C558-A630-82EA-9271A76E820E}"/>
              </a:ext>
            </a:extLst>
          </p:cNvPr>
          <p:cNvCxnSpPr>
            <a:cxnSpLocks/>
          </p:cNvCxnSpPr>
          <p:nvPr/>
        </p:nvCxnSpPr>
        <p:spPr>
          <a:xfrm>
            <a:off x="5322384" y="2097760"/>
            <a:ext cx="410520" cy="132713"/>
          </a:xfrm>
          <a:prstGeom prst="straightConnector1">
            <a:avLst/>
          </a:prstGeom>
          <a:ln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C077737-469B-46EF-5E6F-A5EEDEC13534}"/>
              </a:ext>
            </a:extLst>
          </p:cNvPr>
          <p:cNvCxnSpPr>
            <a:cxnSpLocks/>
          </p:cNvCxnSpPr>
          <p:nvPr/>
        </p:nvCxnSpPr>
        <p:spPr>
          <a:xfrm>
            <a:off x="5332508" y="2100659"/>
            <a:ext cx="684219" cy="540911"/>
          </a:xfrm>
          <a:prstGeom prst="straightConnector1">
            <a:avLst/>
          </a:prstGeom>
          <a:ln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CFB139FE-6E41-7CD5-66A2-CAF574AC602F}"/>
              </a:ext>
            </a:extLst>
          </p:cNvPr>
          <p:cNvSpPr/>
          <p:nvPr/>
        </p:nvSpPr>
        <p:spPr>
          <a:xfrm>
            <a:off x="2391128" y="2155998"/>
            <a:ext cx="433629" cy="433629"/>
          </a:xfrm>
          <a:prstGeom prst="ellipse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D397338-A506-9692-DBF3-F79463024A67}"/>
              </a:ext>
            </a:extLst>
          </p:cNvPr>
          <p:cNvSpPr/>
          <p:nvPr/>
        </p:nvSpPr>
        <p:spPr>
          <a:xfrm>
            <a:off x="1944251" y="1831326"/>
            <a:ext cx="230609" cy="196019"/>
          </a:xfrm>
          <a:prstGeom prst="ellipse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672BDF7-0995-23D4-6B29-DC6036B7787D}"/>
              </a:ext>
            </a:extLst>
          </p:cNvPr>
          <p:cNvSpPr/>
          <p:nvPr/>
        </p:nvSpPr>
        <p:spPr>
          <a:xfrm flipV="1">
            <a:off x="1210029" y="2062638"/>
            <a:ext cx="76043" cy="7604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89F6848-4586-ECE1-3D20-9C29B35D8A57}"/>
              </a:ext>
            </a:extLst>
          </p:cNvPr>
          <p:cNvCxnSpPr>
            <a:cxnSpLocks/>
          </p:cNvCxnSpPr>
          <p:nvPr/>
        </p:nvCxnSpPr>
        <p:spPr>
          <a:xfrm>
            <a:off x="1248050" y="1929335"/>
            <a:ext cx="521020" cy="0"/>
          </a:xfrm>
          <a:prstGeom prst="straightConnector1">
            <a:avLst/>
          </a:prstGeom>
          <a:ln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A545DA6-4149-7709-1B0A-FC39BD4FDE8D}"/>
              </a:ext>
            </a:extLst>
          </p:cNvPr>
          <p:cNvCxnSpPr>
            <a:cxnSpLocks/>
          </p:cNvCxnSpPr>
          <p:nvPr/>
        </p:nvCxnSpPr>
        <p:spPr>
          <a:xfrm>
            <a:off x="1248050" y="2271302"/>
            <a:ext cx="926810" cy="0"/>
          </a:xfrm>
          <a:prstGeom prst="straightConnector1">
            <a:avLst/>
          </a:prstGeom>
          <a:ln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76C53F08-7F58-2B89-9245-0CF4FC58A447}"/>
              </a:ext>
            </a:extLst>
          </p:cNvPr>
          <p:cNvSpPr/>
          <p:nvPr/>
        </p:nvSpPr>
        <p:spPr>
          <a:xfrm>
            <a:off x="4746477" y="5226271"/>
            <a:ext cx="369711" cy="362036"/>
          </a:xfrm>
          <a:prstGeom prst="rightArrow">
            <a:avLst/>
          </a:prstGeom>
          <a:solidFill>
            <a:srgbClr val="B2B2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717CAF29-2BC6-D714-AC4F-68D64468AE85}"/>
              </a:ext>
            </a:extLst>
          </p:cNvPr>
          <p:cNvSpPr/>
          <p:nvPr/>
        </p:nvSpPr>
        <p:spPr>
          <a:xfrm>
            <a:off x="8337089" y="5226271"/>
            <a:ext cx="369711" cy="362036"/>
          </a:xfrm>
          <a:prstGeom prst="rightArrow">
            <a:avLst/>
          </a:prstGeom>
          <a:solidFill>
            <a:srgbClr val="B2B2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48" name="Parallelogram 47">
            <a:extLst>
              <a:ext uri="{FF2B5EF4-FFF2-40B4-BE49-F238E27FC236}">
                <a16:creationId xmlns:a16="http://schemas.microsoft.com/office/drawing/2014/main" id="{E4F659DA-9D3A-7AB3-7668-CD42605D2C49}"/>
              </a:ext>
            </a:extLst>
          </p:cNvPr>
          <p:cNvSpPr/>
          <p:nvPr/>
        </p:nvSpPr>
        <p:spPr>
          <a:xfrm>
            <a:off x="229799" y="4909259"/>
            <a:ext cx="4549706" cy="1451640"/>
          </a:xfrm>
          <a:prstGeom prst="parallelogram">
            <a:avLst>
              <a:gd name="adj" fmla="val 89967"/>
            </a:avLst>
          </a:prstGeom>
          <a:gradFill flip="none" rotWithShape="1">
            <a:gsLst>
              <a:gs pos="0">
                <a:srgbClr val="4D4D4D"/>
              </a:gs>
              <a:gs pos="100000">
                <a:srgbClr val="80808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B5F6AD5-47AF-389B-A326-105A14096B83}"/>
              </a:ext>
            </a:extLst>
          </p:cNvPr>
          <p:cNvCxnSpPr>
            <a:cxnSpLocks/>
          </p:cNvCxnSpPr>
          <p:nvPr/>
        </p:nvCxnSpPr>
        <p:spPr>
          <a:xfrm>
            <a:off x="1619415" y="5388685"/>
            <a:ext cx="2168821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EED3284-B170-00E0-A167-B87BD8B2F634}"/>
              </a:ext>
            </a:extLst>
          </p:cNvPr>
          <p:cNvCxnSpPr>
            <a:cxnSpLocks/>
          </p:cNvCxnSpPr>
          <p:nvPr/>
        </p:nvCxnSpPr>
        <p:spPr>
          <a:xfrm flipV="1">
            <a:off x="2064572" y="3620674"/>
            <a:ext cx="0" cy="2077762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AB94CD0-C2DB-1EE3-DE48-B23396BEB005}"/>
              </a:ext>
            </a:extLst>
          </p:cNvPr>
          <p:cNvCxnSpPr>
            <a:cxnSpLocks/>
          </p:cNvCxnSpPr>
          <p:nvPr/>
        </p:nvCxnSpPr>
        <p:spPr>
          <a:xfrm flipV="1">
            <a:off x="2064571" y="4601484"/>
            <a:ext cx="1621249" cy="770119"/>
          </a:xfrm>
          <a:prstGeom prst="straightConnector1">
            <a:avLst/>
          </a:prstGeom>
          <a:ln w="38100">
            <a:solidFill>
              <a:srgbClr val="EE000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5BFA134-A6F8-1E2A-3CDE-A8A32C962210}"/>
              </a:ext>
            </a:extLst>
          </p:cNvPr>
          <p:cNvCxnSpPr>
            <a:cxnSpLocks/>
          </p:cNvCxnSpPr>
          <p:nvPr/>
        </p:nvCxnSpPr>
        <p:spPr>
          <a:xfrm flipV="1">
            <a:off x="2064571" y="4476215"/>
            <a:ext cx="440081" cy="895388"/>
          </a:xfrm>
          <a:prstGeom prst="straightConnector1">
            <a:avLst/>
          </a:prstGeom>
          <a:ln w="38100">
            <a:solidFill>
              <a:srgbClr val="FFC00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89D234A4-285B-21EF-6614-F17D0FA7846A}"/>
              </a:ext>
            </a:extLst>
          </p:cNvPr>
          <p:cNvSpPr/>
          <p:nvPr/>
        </p:nvSpPr>
        <p:spPr>
          <a:xfrm>
            <a:off x="2064571" y="5349915"/>
            <a:ext cx="21688" cy="21688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43BF124-8656-5398-5E31-73D23AA4782F}"/>
              </a:ext>
            </a:extLst>
          </p:cNvPr>
          <p:cNvSpPr txBox="1"/>
          <p:nvPr/>
        </p:nvSpPr>
        <p:spPr>
          <a:xfrm>
            <a:off x="3615478" y="4280526"/>
            <a:ext cx="8178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2400"/>
            </a:lvl1pPr>
          </a:lstStyle>
          <a:p>
            <a:r>
              <a:rPr lang="ja-JP" altLang="en-US" sz="3600" dirty="0"/>
              <a:t>🍎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450987B-249C-F393-D448-0418EC641D01}"/>
              </a:ext>
            </a:extLst>
          </p:cNvPr>
          <p:cNvSpPr txBox="1"/>
          <p:nvPr/>
        </p:nvSpPr>
        <p:spPr>
          <a:xfrm>
            <a:off x="2415470" y="4177978"/>
            <a:ext cx="515317" cy="3913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2400"/>
            </a:lvl1pPr>
          </a:lstStyle>
          <a:p>
            <a:r>
              <a:rPr lang="ja-JP" altLang="en-US" dirty="0"/>
              <a:t>🍊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292CA99A-5451-BB05-6B4B-EA08ECC0A49A}"/>
              </a:ext>
            </a:extLst>
          </p:cNvPr>
          <p:cNvCxnSpPr>
            <a:cxnSpLocks/>
          </p:cNvCxnSpPr>
          <p:nvPr/>
        </p:nvCxnSpPr>
        <p:spPr>
          <a:xfrm flipH="1">
            <a:off x="1384771" y="5120743"/>
            <a:ext cx="913589" cy="1005449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F1CF9F3-B86F-A584-4C52-AB993F477679}"/>
              </a:ext>
            </a:extLst>
          </p:cNvPr>
          <p:cNvCxnSpPr>
            <a:cxnSpLocks/>
          </p:cNvCxnSpPr>
          <p:nvPr/>
        </p:nvCxnSpPr>
        <p:spPr>
          <a:xfrm>
            <a:off x="3677990" y="4631304"/>
            <a:ext cx="0" cy="1246350"/>
          </a:xfrm>
          <a:prstGeom prst="line">
            <a:avLst/>
          </a:prstGeom>
          <a:ln w="19050">
            <a:solidFill>
              <a:srgbClr val="0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9C90EA7-DC30-C4B8-14E6-D26EB0A0BC57}"/>
              </a:ext>
            </a:extLst>
          </p:cNvPr>
          <p:cNvCxnSpPr>
            <a:cxnSpLocks/>
          </p:cNvCxnSpPr>
          <p:nvPr/>
        </p:nvCxnSpPr>
        <p:spPr>
          <a:xfrm>
            <a:off x="2504652" y="4527381"/>
            <a:ext cx="0" cy="1147252"/>
          </a:xfrm>
          <a:prstGeom prst="line">
            <a:avLst/>
          </a:prstGeom>
          <a:ln w="19050">
            <a:solidFill>
              <a:srgbClr val="0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77BEBE97-6981-E3CD-1828-EA3D6123EBDC}"/>
              </a:ext>
            </a:extLst>
          </p:cNvPr>
          <p:cNvSpPr/>
          <p:nvPr/>
        </p:nvSpPr>
        <p:spPr>
          <a:xfrm flipV="1">
            <a:off x="2035500" y="5350664"/>
            <a:ext cx="76043" cy="7604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F0B8547-04AA-E8CB-330F-6563617D74C5}"/>
              </a:ext>
            </a:extLst>
          </p:cNvPr>
          <p:cNvCxnSpPr>
            <a:cxnSpLocks/>
          </p:cNvCxnSpPr>
          <p:nvPr/>
        </p:nvCxnSpPr>
        <p:spPr>
          <a:xfrm>
            <a:off x="6673227" y="4261655"/>
            <a:ext cx="0" cy="2248263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7D90642-6487-B638-A62B-7729F46B501A}"/>
              </a:ext>
            </a:extLst>
          </p:cNvPr>
          <p:cNvCxnSpPr>
            <a:cxnSpLocks/>
          </p:cNvCxnSpPr>
          <p:nvPr/>
        </p:nvCxnSpPr>
        <p:spPr>
          <a:xfrm>
            <a:off x="5419885" y="5388685"/>
            <a:ext cx="2506686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Oval 82">
            <a:extLst>
              <a:ext uri="{FF2B5EF4-FFF2-40B4-BE49-F238E27FC236}">
                <a16:creationId xmlns:a16="http://schemas.microsoft.com/office/drawing/2014/main" id="{FA9C8108-48B6-97FE-3F15-33CDC1E2B936}"/>
              </a:ext>
            </a:extLst>
          </p:cNvPr>
          <p:cNvSpPr/>
          <p:nvPr/>
        </p:nvSpPr>
        <p:spPr>
          <a:xfrm>
            <a:off x="7145998" y="5509350"/>
            <a:ext cx="327148" cy="241910"/>
          </a:xfrm>
          <a:prstGeom prst="ellipse">
            <a:avLst/>
          </a:prstGeom>
          <a:solidFill>
            <a:srgbClr val="B2B2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4" name="Teardrop 83">
            <a:extLst>
              <a:ext uri="{FF2B5EF4-FFF2-40B4-BE49-F238E27FC236}">
                <a16:creationId xmlns:a16="http://schemas.microsoft.com/office/drawing/2014/main" id="{D37FAF26-BDE3-091D-C9B3-CE5C00C19A72}"/>
              </a:ext>
            </a:extLst>
          </p:cNvPr>
          <p:cNvSpPr/>
          <p:nvPr/>
        </p:nvSpPr>
        <p:spPr>
          <a:xfrm rot="1024920" flipV="1">
            <a:off x="7151498" y="5489185"/>
            <a:ext cx="141044" cy="58628"/>
          </a:xfrm>
          <a:prstGeom prst="teardrop">
            <a:avLst>
              <a:gd name="adj" fmla="val 135873"/>
            </a:avLst>
          </a:prstGeom>
          <a:solidFill>
            <a:srgbClr val="7777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6902B573-D797-9F7D-ACCA-A31641BCC007}"/>
              </a:ext>
            </a:extLst>
          </p:cNvPr>
          <p:cNvSpPr/>
          <p:nvPr/>
        </p:nvSpPr>
        <p:spPr>
          <a:xfrm>
            <a:off x="7527283" y="5932220"/>
            <a:ext cx="319429" cy="390049"/>
          </a:xfrm>
          <a:prstGeom prst="ellipse">
            <a:avLst/>
          </a:prstGeom>
          <a:solidFill>
            <a:srgbClr val="B2B2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C41764CF-E992-F127-5A32-1B4024EA68E1}"/>
              </a:ext>
            </a:extLst>
          </p:cNvPr>
          <p:cNvSpPr/>
          <p:nvPr/>
        </p:nvSpPr>
        <p:spPr>
          <a:xfrm>
            <a:off x="7367569" y="5932220"/>
            <a:ext cx="319429" cy="390049"/>
          </a:xfrm>
          <a:prstGeom prst="ellipse">
            <a:avLst/>
          </a:prstGeom>
          <a:solidFill>
            <a:srgbClr val="B2B2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Teardrop 81">
            <a:extLst>
              <a:ext uri="{FF2B5EF4-FFF2-40B4-BE49-F238E27FC236}">
                <a16:creationId xmlns:a16="http://schemas.microsoft.com/office/drawing/2014/main" id="{92FF8B1A-C466-1AF4-080C-68942103FD3A}"/>
              </a:ext>
            </a:extLst>
          </p:cNvPr>
          <p:cNvSpPr/>
          <p:nvPr/>
        </p:nvSpPr>
        <p:spPr>
          <a:xfrm rot="1024920" flipV="1">
            <a:off x="7413577" y="5899707"/>
            <a:ext cx="227415" cy="94531"/>
          </a:xfrm>
          <a:prstGeom prst="teardrop">
            <a:avLst>
              <a:gd name="adj" fmla="val 135873"/>
            </a:avLst>
          </a:prstGeom>
          <a:solidFill>
            <a:srgbClr val="7777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5708CCE2-2136-9202-7B10-86D35D459095}"/>
              </a:ext>
            </a:extLst>
          </p:cNvPr>
          <p:cNvSpPr/>
          <p:nvPr/>
        </p:nvSpPr>
        <p:spPr>
          <a:xfrm flipV="1">
            <a:off x="6635205" y="5350664"/>
            <a:ext cx="76043" cy="7604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5372E942-AC4F-47BD-2180-98C9B01629C7}"/>
              </a:ext>
            </a:extLst>
          </p:cNvPr>
          <p:cNvCxnSpPr>
            <a:cxnSpLocks/>
          </p:cNvCxnSpPr>
          <p:nvPr/>
        </p:nvCxnSpPr>
        <p:spPr>
          <a:xfrm>
            <a:off x="6673226" y="5385786"/>
            <a:ext cx="410520" cy="132713"/>
          </a:xfrm>
          <a:prstGeom prst="straightConnector1">
            <a:avLst/>
          </a:prstGeom>
          <a:ln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D18FF9D-EA11-07EA-D717-A121D5B21A9A}"/>
              </a:ext>
            </a:extLst>
          </p:cNvPr>
          <p:cNvCxnSpPr>
            <a:cxnSpLocks/>
          </p:cNvCxnSpPr>
          <p:nvPr/>
        </p:nvCxnSpPr>
        <p:spPr>
          <a:xfrm>
            <a:off x="6683350" y="5388685"/>
            <a:ext cx="684219" cy="540911"/>
          </a:xfrm>
          <a:prstGeom prst="straightConnector1">
            <a:avLst/>
          </a:prstGeom>
          <a:ln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5E21BB2-4FFB-DA59-BC1C-7B7393FB7132}"/>
              </a:ext>
            </a:extLst>
          </p:cNvPr>
          <p:cNvCxnSpPr>
            <a:cxnSpLocks/>
          </p:cNvCxnSpPr>
          <p:nvPr/>
        </p:nvCxnSpPr>
        <p:spPr>
          <a:xfrm>
            <a:off x="9799782" y="5388685"/>
            <a:ext cx="1923662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>
            <a:extLst>
              <a:ext uri="{FF2B5EF4-FFF2-40B4-BE49-F238E27FC236}">
                <a16:creationId xmlns:a16="http://schemas.microsoft.com/office/drawing/2014/main" id="{C41DB967-A197-B833-A104-ACB085180269}"/>
              </a:ext>
            </a:extLst>
          </p:cNvPr>
          <p:cNvSpPr/>
          <p:nvPr/>
        </p:nvSpPr>
        <p:spPr>
          <a:xfrm>
            <a:off x="11229098" y="5444024"/>
            <a:ext cx="433629" cy="433629"/>
          </a:xfrm>
          <a:prstGeom prst="ellipse">
            <a:avLst/>
          </a:prstGeom>
          <a:ln>
            <a:solidFill>
              <a:srgbClr val="0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B61096A7-EBA4-0946-4DAE-30B39EA91DBF}"/>
              </a:ext>
            </a:extLst>
          </p:cNvPr>
          <p:cNvSpPr/>
          <p:nvPr/>
        </p:nvSpPr>
        <p:spPr>
          <a:xfrm>
            <a:off x="10782221" y="5119352"/>
            <a:ext cx="230609" cy="196019"/>
          </a:xfrm>
          <a:prstGeom prst="ellipse">
            <a:avLst/>
          </a:prstGeom>
          <a:ln>
            <a:solidFill>
              <a:srgbClr val="0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DC990700-B357-7D7B-1001-A533B634451B}"/>
              </a:ext>
            </a:extLst>
          </p:cNvPr>
          <p:cNvSpPr/>
          <p:nvPr/>
        </p:nvSpPr>
        <p:spPr>
          <a:xfrm flipV="1">
            <a:off x="10047999" y="5350664"/>
            <a:ext cx="76043" cy="7604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4BC74ACA-0E73-C381-33D5-E3F3B5FDEE9A}"/>
              </a:ext>
            </a:extLst>
          </p:cNvPr>
          <p:cNvCxnSpPr>
            <a:cxnSpLocks/>
          </p:cNvCxnSpPr>
          <p:nvPr/>
        </p:nvCxnSpPr>
        <p:spPr>
          <a:xfrm>
            <a:off x="10086020" y="5217361"/>
            <a:ext cx="521020" cy="0"/>
          </a:xfrm>
          <a:prstGeom prst="straightConnector1">
            <a:avLst/>
          </a:prstGeom>
          <a:ln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DE9CA49B-D65D-6583-A79C-365C6ED98FD2}"/>
              </a:ext>
            </a:extLst>
          </p:cNvPr>
          <p:cNvCxnSpPr>
            <a:cxnSpLocks/>
          </p:cNvCxnSpPr>
          <p:nvPr/>
        </p:nvCxnSpPr>
        <p:spPr>
          <a:xfrm>
            <a:off x="10086020" y="5559328"/>
            <a:ext cx="926810" cy="0"/>
          </a:xfrm>
          <a:prstGeom prst="straightConnector1">
            <a:avLst/>
          </a:prstGeom>
          <a:ln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9568B765-91F6-36EF-472C-DCEDCDDF326C}"/>
              </a:ext>
            </a:extLst>
          </p:cNvPr>
          <p:cNvSpPr/>
          <p:nvPr/>
        </p:nvSpPr>
        <p:spPr>
          <a:xfrm>
            <a:off x="64168" y="129068"/>
            <a:ext cx="12071685" cy="6656743"/>
          </a:xfrm>
          <a:prstGeom prst="rect">
            <a:avLst/>
          </a:prstGeom>
          <a:noFill/>
          <a:ln w="3175">
            <a:solidFill>
              <a:srgbClr val="B2B2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F1B8105-509E-ED3A-DC25-76BBDFC15230}"/>
              </a:ext>
            </a:extLst>
          </p:cNvPr>
          <p:cNvSpPr txBox="1"/>
          <p:nvPr/>
        </p:nvSpPr>
        <p:spPr>
          <a:xfrm>
            <a:off x="124977" y="3252570"/>
            <a:ext cx="13997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2000" b="1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altLang="ja-JP" dirty="0"/>
              <a:t>Abstract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3E073EB-47D4-5D81-BEBE-1962A1293EC0}"/>
              </a:ext>
            </a:extLst>
          </p:cNvPr>
          <p:cNvSpPr txBox="1"/>
          <p:nvPr/>
        </p:nvSpPr>
        <p:spPr>
          <a:xfrm>
            <a:off x="124977" y="259707"/>
            <a:ext cx="17059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2000" b="1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altLang="ja-JP" dirty="0"/>
              <a:t>Concretize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C680343A-3512-15C5-F34E-D3CC4561DBEB}"/>
              </a:ext>
            </a:extLst>
          </p:cNvPr>
          <p:cNvCxnSpPr>
            <a:cxnSpLocks/>
          </p:cNvCxnSpPr>
          <p:nvPr/>
        </p:nvCxnSpPr>
        <p:spPr>
          <a:xfrm>
            <a:off x="961812" y="2100659"/>
            <a:ext cx="1923662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8290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B07B3-3A99-720D-E098-8A3B71D0F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5AD55A2-6E72-4130-C202-76943B26CF45}"/>
              </a:ext>
            </a:extLst>
          </p:cNvPr>
          <p:cNvCxnSpPr>
            <a:cxnSpLocks/>
          </p:cNvCxnSpPr>
          <p:nvPr/>
        </p:nvCxnSpPr>
        <p:spPr>
          <a:xfrm>
            <a:off x="7578876" y="1392336"/>
            <a:ext cx="0" cy="3625232"/>
          </a:xfrm>
          <a:prstGeom prst="straightConnector1">
            <a:avLst/>
          </a:prstGeom>
          <a:ln w="38100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51899C8-8EBB-B58D-CCC3-D2C32407E1F9}"/>
              </a:ext>
            </a:extLst>
          </p:cNvPr>
          <p:cNvSpPr txBox="1"/>
          <p:nvPr/>
        </p:nvSpPr>
        <p:spPr>
          <a:xfrm>
            <a:off x="7140295" y="1023004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dirty="0">
                <a:latin typeface="Yu Gothic UI" panose="020B0500000000000000" pitchFamily="50" charset="-128"/>
                <a:ea typeface="Yu Gothic UI" panose="020B0500000000000000" pitchFamily="50" charset="-128"/>
              </a:rPr>
              <a:t>外交的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2442DD-E093-340E-C284-1349EFAC6D7C}"/>
              </a:ext>
            </a:extLst>
          </p:cNvPr>
          <p:cNvSpPr txBox="1"/>
          <p:nvPr/>
        </p:nvSpPr>
        <p:spPr>
          <a:xfrm>
            <a:off x="7140295" y="5017568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dirty="0">
                <a:latin typeface="Yu Gothic UI" panose="020B0500000000000000" pitchFamily="50" charset="-128"/>
                <a:ea typeface="Yu Gothic UI" panose="020B0500000000000000" pitchFamily="50" charset="-128"/>
              </a:rPr>
              <a:t>内向的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138ED4B-073F-F497-EFD4-02FAD5FD9D48}"/>
              </a:ext>
            </a:extLst>
          </p:cNvPr>
          <p:cNvCxnSpPr>
            <a:cxnSpLocks/>
          </p:cNvCxnSpPr>
          <p:nvPr/>
        </p:nvCxnSpPr>
        <p:spPr>
          <a:xfrm rot="16200000">
            <a:off x="7578876" y="1501313"/>
            <a:ext cx="0" cy="3625232"/>
          </a:xfrm>
          <a:prstGeom prst="straightConnector1">
            <a:avLst/>
          </a:prstGeom>
          <a:ln w="38100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F435D70-DB70-5D3D-F927-3D76572988D1}"/>
              </a:ext>
            </a:extLst>
          </p:cNvPr>
          <p:cNvSpPr txBox="1"/>
          <p:nvPr/>
        </p:nvSpPr>
        <p:spPr>
          <a:xfrm>
            <a:off x="9391492" y="3129262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dirty="0">
                <a:latin typeface="Yu Gothic UI" panose="020B0500000000000000" pitchFamily="50" charset="-128"/>
                <a:ea typeface="Yu Gothic UI" panose="020B0500000000000000" pitchFamily="50" charset="-128"/>
              </a:rPr>
              <a:t>直感的</a:t>
            </a:r>
            <a:endParaRPr kumimoji="1" lang="ja-JP" altLang="en-US" sz="1600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21E6E1-9E7B-E368-BCCE-7A5EA231513B}"/>
              </a:ext>
            </a:extLst>
          </p:cNvPr>
          <p:cNvSpPr txBox="1"/>
          <p:nvPr/>
        </p:nvSpPr>
        <p:spPr>
          <a:xfrm>
            <a:off x="4889097" y="3129262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dirty="0">
                <a:latin typeface="Yu Gothic UI" panose="020B0500000000000000" pitchFamily="50" charset="-128"/>
                <a:ea typeface="Yu Gothic UI" panose="020B0500000000000000" pitchFamily="50" charset="-128"/>
              </a:rPr>
              <a:t>論理的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1E2B66-1E1A-D8FF-F3BC-39DBDD214234}"/>
              </a:ext>
            </a:extLst>
          </p:cNvPr>
          <p:cNvSpPr txBox="1"/>
          <p:nvPr/>
        </p:nvSpPr>
        <p:spPr>
          <a:xfrm>
            <a:off x="8358598" y="206213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Yu Gothic UI" panose="020B0500000000000000" pitchFamily="50" charset="-128"/>
                <a:ea typeface="Yu Gothic UI" panose="020B0500000000000000" pitchFamily="50" charset="-128"/>
              </a:rPr>
              <a:t>演出家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9695B8-CDCB-840C-B8E4-99F989C134BF}"/>
              </a:ext>
            </a:extLst>
          </p:cNvPr>
          <p:cNvSpPr txBox="1"/>
          <p:nvPr/>
        </p:nvSpPr>
        <p:spPr>
          <a:xfrm>
            <a:off x="8358598" y="435041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Yu Gothic UI" panose="020B0500000000000000" pitchFamily="50" charset="-128"/>
                <a:ea typeface="Yu Gothic UI" panose="020B0500000000000000" pitchFamily="50" charset="-128"/>
              </a:rPr>
              <a:t>求道者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777128-5967-0172-FA94-0F511E4513EA}"/>
              </a:ext>
            </a:extLst>
          </p:cNvPr>
          <p:cNvSpPr txBox="1"/>
          <p:nvPr/>
        </p:nvSpPr>
        <p:spPr>
          <a:xfrm>
            <a:off x="6091392" y="206213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latin typeface="Yu Gothic UI" panose="020B0500000000000000" pitchFamily="50" charset="-128"/>
                <a:ea typeface="Yu Gothic UI" panose="020B0500000000000000" pitchFamily="50" charset="-128"/>
              </a:rPr>
              <a:t>戦略家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82AB1C-FABF-5DF1-8940-AECC2EB6F97F}"/>
              </a:ext>
            </a:extLst>
          </p:cNvPr>
          <p:cNvSpPr txBox="1"/>
          <p:nvPr/>
        </p:nvSpPr>
        <p:spPr>
          <a:xfrm>
            <a:off x="6091392" y="435041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latin typeface="Yu Gothic UI" panose="020B0500000000000000" pitchFamily="50" charset="-128"/>
                <a:ea typeface="Yu Gothic UI" panose="020B0500000000000000" pitchFamily="50" charset="-128"/>
              </a:rPr>
              <a:t>研究者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F7C3A3CE-3DFD-B48E-5EAE-5CD493C46BA1}"/>
              </a:ext>
            </a:extLst>
          </p:cNvPr>
          <p:cNvGrpSpPr/>
          <p:nvPr/>
        </p:nvGrpSpPr>
        <p:grpSpPr>
          <a:xfrm>
            <a:off x="6599598" y="2421989"/>
            <a:ext cx="584522" cy="611860"/>
            <a:chOff x="4596134" y="2364839"/>
            <a:chExt cx="584522" cy="61186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541F493-886C-492D-89B5-112D1095BA96}"/>
                </a:ext>
              </a:extLst>
            </p:cNvPr>
            <p:cNvSpPr/>
            <p:nvPr/>
          </p:nvSpPr>
          <p:spPr>
            <a:xfrm>
              <a:off x="4713618" y="2878248"/>
              <a:ext cx="144708" cy="98451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204CBCF-A376-50FE-39CC-90F0252B876E}"/>
                </a:ext>
              </a:extLst>
            </p:cNvPr>
            <p:cNvSpPr/>
            <p:nvPr/>
          </p:nvSpPr>
          <p:spPr>
            <a:xfrm>
              <a:off x="4978721" y="2614277"/>
              <a:ext cx="201935" cy="87500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3FAD9DA-B94F-6947-04EC-A3974BCC9A6C}"/>
                </a:ext>
              </a:extLst>
            </p:cNvPr>
            <p:cNvSpPr/>
            <p:nvPr/>
          </p:nvSpPr>
          <p:spPr>
            <a:xfrm>
              <a:off x="4713618" y="2526437"/>
              <a:ext cx="328385" cy="387341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8FC007F-BB8B-C10B-3741-560F0AD7EA82}"/>
                </a:ext>
              </a:extLst>
            </p:cNvPr>
            <p:cNvSpPr/>
            <p:nvPr/>
          </p:nvSpPr>
          <p:spPr>
            <a:xfrm>
              <a:off x="4773890" y="2364839"/>
              <a:ext cx="207840" cy="207840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E80E87F-C43C-8BD5-1D87-DA4FD54E53A3}"/>
                </a:ext>
              </a:extLst>
            </p:cNvPr>
            <p:cNvSpPr/>
            <p:nvPr/>
          </p:nvSpPr>
          <p:spPr>
            <a:xfrm rot="2308626">
              <a:off x="4596134" y="2593455"/>
              <a:ext cx="201935" cy="87500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8398393-BD43-D39E-7D99-8E9D4F9B7AFD}"/>
                </a:ext>
              </a:extLst>
            </p:cNvPr>
            <p:cNvSpPr/>
            <p:nvPr/>
          </p:nvSpPr>
          <p:spPr>
            <a:xfrm>
              <a:off x="4915469" y="2878248"/>
              <a:ext cx="144708" cy="98451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11EEDACF-8D34-CBA8-1BF5-A4FD50C27779}"/>
              </a:ext>
            </a:extLst>
          </p:cNvPr>
          <p:cNvGrpSpPr/>
          <p:nvPr/>
        </p:nvGrpSpPr>
        <p:grpSpPr>
          <a:xfrm>
            <a:off x="8058662" y="2421989"/>
            <a:ext cx="584522" cy="611860"/>
            <a:chOff x="6055198" y="2364839"/>
            <a:chExt cx="584522" cy="61186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001C3A5-A0EA-5238-D6E5-6F460CF309EA}"/>
                </a:ext>
              </a:extLst>
            </p:cNvPr>
            <p:cNvSpPr/>
            <p:nvPr/>
          </p:nvSpPr>
          <p:spPr>
            <a:xfrm>
              <a:off x="6172682" y="2878248"/>
              <a:ext cx="144708" cy="98451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0656C96-EC85-5EF1-B6C5-80AD91AEC45A}"/>
                </a:ext>
              </a:extLst>
            </p:cNvPr>
            <p:cNvSpPr/>
            <p:nvPr/>
          </p:nvSpPr>
          <p:spPr>
            <a:xfrm>
              <a:off x="6437785" y="2614277"/>
              <a:ext cx="201935" cy="87500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6ED95F24-E213-43BB-53F6-B29C463788A5}"/>
                </a:ext>
              </a:extLst>
            </p:cNvPr>
            <p:cNvSpPr/>
            <p:nvPr/>
          </p:nvSpPr>
          <p:spPr>
            <a:xfrm>
              <a:off x="6172682" y="2526437"/>
              <a:ext cx="328385" cy="387341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F7E97552-C41D-F259-A286-4AF73F0DB618}"/>
                </a:ext>
              </a:extLst>
            </p:cNvPr>
            <p:cNvSpPr/>
            <p:nvPr/>
          </p:nvSpPr>
          <p:spPr>
            <a:xfrm>
              <a:off x="6232954" y="2364839"/>
              <a:ext cx="207840" cy="207840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6F296CE8-9F93-0B84-9D5A-C51AA6DAB9AC}"/>
                </a:ext>
              </a:extLst>
            </p:cNvPr>
            <p:cNvSpPr/>
            <p:nvPr/>
          </p:nvSpPr>
          <p:spPr>
            <a:xfrm rot="2308626">
              <a:off x="6055198" y="2593455"/>
              <a:ext cx="201935" cy="87500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6EB50AE9-F2E3-56D7-97D8-DA809F27BD68}"/>
                </a:ext>
              </a:extLst>
            </p:cNvPr>
            <p:cNvSpPr/>
            <p:nvPr/>
          </p:nvSpPr>
          <p:spPr>
            <a:xfrm>
              <a:off x="6374533" y="2878248"/>
              <a:ext cx="144708" cy="98451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3CA2DF9D-B166-ECE3-9C40-2989E1F326A6}"/>
              </a:ext>
            </a:extLst>
          </p:cNvPr>
          <p:cNvGrpSpPr/>
          <p:nvPr/>
        </p:nvGrpSpPr>
        <p:grpSpPr>
          <a:xfrm>
            <a:off x="6514569" y="3738554"/>
            <a:ext cx="584522" cy="611860"/>
            <a:chOff x="4511105" y="3681404"/>
            <a:chExt cx="584522" cy="611860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6C50C3FE-227D-96E3-C4F3-CEFA46664C9B}"/>
                </a:ext>
              </a:extLst>
            </p:cNvPr>
            <p:cNvSpPr/>
            <p:nvPr/>
          </p:nvSpPr>
          <p:spPr>
            <a:xfrm flipH="1">
              <a:off x="4833435" y="4194813"/>
              <a:ext cx="144708" cy="98451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398B15A9-B7BD-2335-2DA7-BF29817AA851}"/>
                </a:ext>
              </a:extLst>
            </p:cNvPr>
            <p:cNvSpPr/>
            <p:nvPr/>
          </p:nvSpPr>
          <p:spPr>
            <a:xfrm flipH="1">
              <a:off x="4511105" y="3930842"/>
              <a:ext cx="201935" cy="87500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5447DF90-4FE7-D70A-ACAB-8B46C9B0803E}"/>
                </a:ext>
              </a:extLst>
            </p:cNvPr>
            <p:cNvSpPr/>
            <p:nvPr/>
          </p:nvSpPr>
          <p:spPr>
            <a:xfrm flipH="1">
              <a:off x="4649758" y="3843002"/>
              <a:ext cx="328385" cy="387341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96DC4705-EAE5-0C8B-258E-6CB45EEE83BB}"/>
                </a:ext>
              </a:extLst>
            </p:cNvPr>
            <p:cNvSpPr/>
            <p:nvPr/>
          </p:nvSpPr>
          <p:spPr>
            <a:xfrm flipH="1">
              <a:off x="4710031" y="3681404"/>
              <a:ext cx="207840" cy="207840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74C1281D-2679-5A08-7829-7EED23BE95CC}"/>
                </a:ext>
              </a:extLst>
            </p:cNvPr>
            <p:cNvSpPr/>
            <p:nvPr/>
          </p:nvSpPr>
          <p:spPr>
            <a:xfrm rot="19291374" flipH="1">
              <a:off x="4893692" y="3910020"/>
              <a:ext cx="201935" cy="87500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64289804-FF2F-3D71-78AD-A4BD625BF0BE}"/>
                </a:ext>
              </a:extLst>
            </p:cNvPr>
            <p:cNvSpPr/>
            <p:nvPr/>
          </p:nvSpPr>
          <p:spPr>
            <a:xfrm flipH="1">
              <a:off x="4631584" y="4194813"/>
              <a:ext cx="144708" cy="98451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3E2FB7A0-3DC4-2FCE-7E2C-53F2234E265F}"/>
              </a:ext>
            </a:extLst>
          </p:cNvPr>
          <p:cNvGrpSpPr/>
          <p:nvPr/>
        </p:nvGrpSpPr>
        <p:grpSpPr>
          <a:xfrm>
            <a:off x="8172559" y="3738554"/>
            <a:ext cx="331973" cy="598164"/>
            <a:chOff x="6169095" y="3681404"/>
            <a:chExt cx="331973" cy="598164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FA26C20F-F3EA-4679-1D12-3A421C4E6EDC}"/>
                </a:ext>
              </a:extLst>
            </p:cNvPr>
            <p:cNvSpPr/>
            <p:nvPr/>
          </p:nvSpPr>
          <p:spPr>
            <a:xfrm>
              <a:off x="6356359" y="4181117"/>
              <a:ext cx="144708" cy="98451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9225C23-D0EC-DB9E-F233-9F75199E1CA8}"/>
                </a:ext>
              </a:extLst>
            </p:cNvPr>
            <p:cNvSpPr/>
            <p:nvPr/>
          </p:nvSpPr>
          <p:spPr>
            <a:xfrm>
              <a:off x="6169095" y="4181117"/>
              <a:ext cx="144708" cy="98451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2447DB0B-5869-B61F-6F40-6595B2A874A0}"/>
                </a:ext>
              </a:extLst>
            </p:cNvPr>
            <p:cNvSpPr/>
            <p:nvPr/>
          </p:nvSpPr>
          <p:spPr>
            <a:xfrm>
              <a:off x="6172683" y="3843002"/>
              <a:ext cx="328385" cy="387341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21DDD21-ABF0-F425-0FD6-6A0522D8FB16}"/>
                </a:ext>
              </a:extLst>
            </p:cNvPr>
            <p:cNvSpPr/>
            <p:nvPr/>
          </p:nvSpPr>
          <p:spPr>
            <a:xfrm>
              <a:off x="6232955" y="3681404"/>
              <a:ext cx="207840" cy="207840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A3B2D040-9659-377B-A23F-2B2B31057935}"/>
                </a:ext>
              </a:extLst>
            </p:cNvPr>
            <p:cNvSpPr/>
            <p:nvPr/>
          </p:nvSpPr>
          <p:spPr>
            <a:xfrm rot="6983687">
              <a:off x="6345911" y="3957693"/>
              <a:ext cx="201935" cy="87500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DA11430A-80B1-6109-018E-AA5AA3620689}"/>
                </a:ext>
              </a:extLst>
            </p:cNvPr>
            <p:cNvSpPr/>
            <p:nvPr/>
          </p:nvSpPr>
          <p:spPr>
            <a:xfrm rot="14616313" flipH="1">
              <a:off x="6125903" y="3957693"/>
              <a:ext cx="201935" cy="87500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5" name="Rectangle 84">
            <a:extLst>
              <a:ext uri="{FF2B5EF4-FFF2-40B4-BE49-F238E27FC236}">
                <a16:creationId xmlns:a16="http://schemas.microsoft.com/office/drawing/2014/main" id="{6DB812E0-0173-F177-A1A4-EDE84293755B}"/>
              </a:ext>
            </a:extLst>
          </p:cNvPr>
          <p:cNvSpPr/>
          <p:nvPr/>
        </p:nvSpPr>
        <p:spPr>
          <a:xfrm>
            <a:off x="1931225" y="869950"/>
            <a:ext cx="8329549" cy="4516949"/>
          </a:xfrm>
          <a:prstGeom prst="rect">
            <a:avLst/>
          </a:prstGeom>
          <a:noFill/>
          <a:ln w="3175">
            <a:solidFill>
              <a:srgbClr val="B2B2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E860562-61C4-5327-AE5A-3026EA562FC8}"/>
              </a:ext>
            </a:extLst>
          </p:cNvPr>
          <p:cNvSpPr txBox="1"/>
          <p:nvPr/>
        </p:nvSpPr>
        <p:spPr>
          <a:xfrm>
            <a:off x="1931225" y="913628"/>
            <a:ext cx="25410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1400" b="1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altLang="ja-JP" sz="1600" dirty="0"/>
              <a:t>Personality Profiling</a:t>
            </a:r>
            <a:endParaRPr lang="ja-JP" altLang="en-US" sz="16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ACC06BA-402D-BDF0-2E8C-4B0B5584BD2A}"/>
              </a:ext>
            </a:extLst>
          </p:cNvPr>
          <p:cNvSpPr txBox="1"/>
          <p:nvPr/>
        </p:nvSpPr>
        <p:spPr>
          <a:xfrm>
            <a:off x="2345129" y="1442773"/>
            <a:ext cx="249792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1400" b="1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715963" indent="-715963"/>
            <a:r>
              <a:rPr lang="en-US" altLang="ja-JP" sz="1600" b="0" dirty="0"/>
              <a:t>Q1.	Are you …?</a:t>
            </a:r>
          </a:p>
          <a:p>
            <a:pPr marL="715963" indent="-715963"/>
            <a:r>
              <a:rPr lang="en-US" altLang="ja-JP" sz="1600" b="0" dirty="0"/>
              <a:t>Q2. 	Do you …?</a:t>
            </a:r>
          </a:p>
          <a:p>
            <a:pPr marL="715963" indent="-715963"/>
            <a:r>
              <a:rPr lang="en-US" altLang="ja-JP" sz="1600" b="0" dirty="0"/>
              <a:t>   …</a:t>
            </a:r>
          </a:p>
          <a:p>
            <a:pPr marL="715963" indent="-715963"/>
            <a:r>
              <a:rPr lang="en-US" altLang="ja-JP" sz="1600" b="0" dirty="0"/>
              <a:t>Q50. 	What do you…?</a:t>
            </a:r>
            <a:endParaRPr lang="ja-JP" altLang="en-US" sz="1600" b="0" dirty="0"/>
          </a:p>
        </p:txBody>
      </p:sp>
      <p:sp>
        <p:nvSpPr>
          <p:cNvPr id="93" name="Arrow: Bent 92">
            <a:extLst>
              <a:ext uri="{FF2B5EF4-FFF2-40B4-BE49-F238E27FC236}">
                <a16:creationId xmlns:a16="http://schemas.microsoft.com/office/drawing/2014/main" id="{995DE310-ADD2-51F0-69FC-48D601F28589}"/>
              </a:ext>
            </a:extLst>
          </p:cNvPr>
          <p:cNvSpPr/>
          <p:nvPr/>
        </p:nvSpPr>
        <p:spPr>
          <a:xfrm flipV="1">
            <a:off x="3594093" y="2838403"/>
            <a:ext cx="773972" cy="716647"/>
          </a:xfrm>
          <a:prstGeom prst="bentArrow">
            <a:avLst>
              <a:gd name="adj1" fmla="val 17108"/>
              <a:gd name="adj2" fmla="val 25000"/>
              <a:gd name="adj3" fmla="val 42100"/>
              <a:gd name="adj4" fmla="val 37173"/>
            </a:avLst>
          </a:prstGeom>
          <a:solidFill>
            <a:srgbClr val="B2B2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0206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E976873-5F19-AE18-0EC4-C4B559ED4319}"/>
              </a:ext>
            </a:extLst>
          </p:cNvPr>
          <p:cNvGrpSpPr/>
          <p:nvPr/>
        </p:nvGrpSpPr>
        <p:grpSpPr>
          <a:xfrm>
            <a:off x="1111654" y="2568974"/>
            <a:ext cx="584522" cy="611860"/>
            <a:chOff x="4596134" y="2364839"/>
            <a:chExt cx="584522" cy="61186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AE6FB673-E3C2-13DE-D3FF-AAD455577087}"/>
                </a:ext>
              </a:extLst>
            </p:cNvPr>
            <p:cNvSpPr/>
            <p:nvPr/>
          </p:nvSpPr>
          <p:spPr>
            <a:xfrm>
              <a:off x="4713618" y="2878248"/>
              <a:ext cx="144708" cy="98451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F2C6F74-F592-F24A-E1CC-B3A5D5DBC31E}"/>
                </a:ext>
              </a:extLst>
            </p:cNvPr>
            <p:cNvSpPr/>
            <p:nvPr/>
          </p:nvSpPr>
          <p:spPr>
            <a:xfrm>
              <a:off x="4978721" y="2614277"/>
              <a:ext cx="201935" cy="87500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B5F8C22-D2F9-AE08-AAE3-670BCC6A3C21}"/>
                </a:ext>
              </a:extLst>
            </p:cNvPr>
            <p:cNvSpPr/>
            <p:nvPr/>
          </p:nvSpPr>
          <p:spPr>
            <a:xfrm>
              <a:off x="4713618" y="2526437"/>
              <a:ext cx="328385" cy="387341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781BEB4-70E4-432F-9F4A-2E162BEED260}"/>
                </a:ext>
              </a:extLst>
            </p:cNvPr>
            <p:cNvSpPr/>
            <p:nvPr/>
          </p:nvSpPr>
          <p:spPr>
            <a:xfrm>
              <a:off x="4773890" y="2364839"/>
              <a:ext cx="207840" cy="207840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55951DF-5D5E-2045-7819-67DB63CEAFF3}"/>
                </a:ext>
              </a:extLst>
            </p:cNvPr>
            <p:cNvSpPr/>
            <p:nvPr/>
          </p:nvSpPr>
          <p:spPr>
            <a:xfrm rot="2308626">
              <a:off x="4596134" y="2593455"/>
              <a:ext cx="201935" cy="87500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BAF705C-5107-9965-60D1-14E3E67AA25E}"/>
                </a:ext>
              </a:extLst>
            </p:cNvPr>
            <p:cNvSpPr/>
            <p:nvPr/>
          </p:nvSpPr>
          <p:spPr>
            <a:xfrm>
              <a:off x="4915469" y="2878248"/>
              <a:ext cx="144708" cy="98451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2FE4EAA-CE5F-2AB3-BA33-51522B8A6A58}"/>
              </a:ext>
            </a:extLst>
          </p:cNvPr>
          <p:cNvGrpSpPr/>
          <p:nvPr/>
        </p:nvGrpSpPr>
        <p:grpSpPr>
          <a:xfrm>
            <a:off x="1928109" y="2291947"/>
            <a:ext cx="584522" cy="611860"/>
            <a:chOff x="6055198" y="2364839"/>
            <a:chExt cx="584522" cy="61186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9906F59-216D-985A-19E6-B4EEA7BE2296}"/>
                </a:ext>
              </a:extLst>
            </p:cNvPr>
            <p:cNvSpPr/>
            <p:nvPr/>
          </p:nvSpPr>
          <p:spPr>
            <a:xfrm>
              <a:off x="6172682" y="2878248"/>
              <a:ext cx="144708" cy="98451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3B49F5E-5070-C384-9462-722DAED74927}"/>
                </a:ext>
              </a:extLst>
            </p:cNvPr>
            <p:cNvSpPr/>
            <p:nvPr/>
          </p:nvSpPr>
          <p:spPr>
            <a:xfrm>
              <a:off x="6437785" y="2614277"/>
              <a:ext cx="201935" cy="87500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881A7A3-A2C1-9611-3CFE-DA0407757644}"/>
                </a:ext>
              </a:extLst>
            </p:cNvPr>
            <p:cNvSpPr/>
            <p:nvPr/>
          </p:nvSpPr>
          <p:spPr>
            <a:xfrm>
              <a:off x="6172682" y="2526437"/>
              <a:ext cx="328385" cy="387341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C3FD3F1-A4FB-F2B5-CD76-681934DA7FA2}"/>
                </a:ext>
              </a:extLst>
            </p:cNvPr>
            <p:cNvSpPr/>
            <p:nvPr/>
          </p:nvSpPr>
          <p:spPr>
            <a:xfrm>
              <a:off x="6232954" y="2364839"/>
              <a:ext cx="207840" cy="207840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749B4F7-D691-A198-FC30-9C53F069E4B5}"/>
                </a:ext>
              </a:extLst>
            </p:cNvPr>
            <p:cNvSpPr/>
            <p:nvPr/>
          </p:nvSpPr>
          <p:spPr>
            <a:xfrm rot="2308626">
              <a:off x="6055198" y="2593455"/>
              <a:ext cx="201935" cy="87500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EFC6A54-D05D-953A-A065-A18C47B4AF27}"/>
                </a:ext>
              </a:extLst>
            </p:cNvPr>
            <p:cNvSpPr/>
            <p:nvPr/>
          </p:nvSpPr>
          <p:spPr>
            <a:xfrm>
              <a:off x="6374533" y="2878248"/>
              <a:ext cx="144708" cy="98451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38E952E-928B-659E-296E-910E77FB4C75}"/>
              </a:ext>
            </a:extLst>
          </p:cNvPr>
          <p:cNvGrpSpPr/>
          <p:nvPr/>
        </p:nvGrpSpPr>
        <p:grpSpPr>
          <a:xfrm>
            <a:off x="1299848" y="3497514"/>
            <a:ext cx="584522" cy="611860"/>
            <a:chOff x="4511105" y="3681404"/>
            <a:chExt cx="584522" cy="61186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0A3E256-D6FB-7D75-F8F2-CB487A76D474}"/>
                </a:ext>
              </a:extLst>
            </p:cNvPr>
            <p:cNvSpPr/>
            <p:nvPr/>
          </p:nvSpPr>
          <p:spPr>
            <a:xfrm flipH="1">
              <a:off x="4833435" y="4194813"/>
              <a:ext cx="144708" cy="98451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A4236E0-C7C0-8CD9-2D17-A4F14E5BC791}"/>
                </a:ext>
              </a:extLst>
            </p:cNvPr>
            <p:cNvSpPr/>
            <p:nvPr/>
          </p:nvSpPr>
          <p:spPr>
            <a:xfrm flipH="1">
              <a:off x="4511105" y="3930842"/>
              <a:ext cx="201935" cy="87500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C8F534B-9884-041F-AFF6-062A098C92DF}"/>
                </a:ext>
              </a:extLst>
            </p:cNvPr>
            <p:cNvSpPr/>
            <p:nvPr/>
          </p:nvSpPr>
          <p:spPr>
            <a:xfrm flipH="1">
              <a:off x="4649758" y="3843002"/>
              <a:ext cx="328385" cy="387341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7FABA45-CEDB-8968-855A-2CD1426E0A2F}"/>
                </a:ext>
              </a:extLst>
            </p:cNvPr>
            <p:cNvSpPr/>
            <p:nvPr/>
          </p:nvSpPr>
          <p:spPr>
            <a:xfrm flipH="1">
              <a:off x="4710031" y="3681404"/>
              <a:ext cx="207840" cy="207840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B3191D2-44FC-25BB-C955-8A599BB8A996}"/>
                </a:ext>
              </a:extLst>
            </p:cNvPr>
            <p:cNvSpPr/>
            <p:nvPr/>
          </p:nvSpPr>
          <p:spPr>
            <a:xfrm rot="19291374" flipH="1">
              <a:off x="4893692" y="3910020"/>
              <a:ext cx="201935" cy="87500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8B9F387-C861-63F9-E96B-6B0B5CE6E54F}"/>
                </a:ext>
              </a:extLst>
            </p:cNvPr>
            <p:cNvSpPr/>
            <p:nvPr/>
          </p:nvSpPr>
          <p:spPr>
            <a:xfrm flipH="1">
              <a:off x="4631584" y="4194813"/>
              <a:ext cx="144708" cy="98451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7F52CD7-57A3-1505-E516-24759D8FC2D5}"/>
              </a:ext>
            </a:extLst>
          </p:cNvPr>
          <p:cNvGrpSpPr/>
          <p:nvPr/>
        </p:nvGrpSpPr>
        <p:grpSpPr>
          <a:xfrm>
            <a:off x="2224716" y="3281722"/>
            <a:ext cx="331973" cy="598164"/>
            <a:chOff x="6169095" y="3681404"/>
            <a:chExt cx="331973" cy="598164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5BC5BFE-4552-E188-1A42-6A8729CD62E4}"/>
                </a:ext>
              </a:extLst>
            </p:cNvPr>
            <p:cNvSpPr/>
            <p:nvPr/>
          </p:nvSpPr>
          <p:spPr>
            <a:xfrm>
              <a:off x="6356359" y="4181117"/>
              <a:ext cx="144708" cy="98451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8BBF9F1-B775-9870-BBDC-0B19794BBC85}"/>
                </a:ext>
              </a:extLst>
            </p:cNvPr>
            <p:cNvSpPr/>
            <p:nvPr/>
          </p:nvSpPr>
          <p:spPr>
            <a:xfrm>
              <a:off x="6169095" y="4181117"/>
              <a:ext cx="144708" cy="98451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B1015C7-9AC0-60DD-8C03-6C2031168576}"/>
                </a:ext>
              </a:extLst>
            </p:cNvPr>
            <p:cNvSpPr/>
            <p:nvPr/>
          </p:nvSpPr>
          <p:spPr>
            <a:xfrm>
              <a:off x="6172683" y="3843002"/>
              <a:ext cx="328385" cy="387341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BA98430-5BCB-0147-90FD-9FDE5DBBA8B0}"/>
                </a:ext>
              </a:extLst>
            </p:cNvPr>
            <p:cNvSpPr/>
            <p:nvPr/>
          </p:nvSpPr>
          <p:spPr>
            <a:xfrm>
              <a:off x="6232955" y="3681404"/>
              <a:ext cx="207840" cy="207840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010CBA2-5FFC-9E72-08EE-F1E40A88BFB5}"/>
                </a:ext>
              </a:extLst>
            </p:cNvPr>
            <p:cNvSpPr/>
            <p:nvPr/>
          </p:nvSpPr>
          <p:spPr>
            <a:xfrm rot="6983687">
              <a:off x="6345911" y="3957693"/>
              <a:ext cx="201935" cy="87500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68EB5EA-DF5A-5909-3814-8D4D67AB1EB4}"/>
                </a:ext>
              </a:extLst>
            </p:cNvPr>
            <p:cNvSpPr/>
            <p:nvPr/>
          </p:nvSpPr>
          <p:spPr>
            <a:xfrm rot="14616313" flipH="1">
              <a:off x="6125903" y="3957693"/>
              <a:ext cx="201935" cy="87500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5C449D2-AB2E-D05D-87BF-941137D3D553}"/>
              </a:ext>
            </a:extLst>
          </p:cNvPr>
          <p:cNvGrpSpPr/>
          <p:nvPr/>
        </p:nvGrpSpPr>
        <p:grpSpPr>
          <a:xfrm>
            <a:off x="2742373" y="2756092"/>
            <a:ext cx="331973" cy="598164"/>
            <a:chOff x="6169095" y="3681404"/>
            <a:chExt cx="331973" cy="598164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9CEE1A4-F7F9-5A4A-48C8-BC7D5AFCC6A3}"/>
                </a:ext>
              </a:extLst>
            </p:cNvPr>
            <p:cNvSpPr/>
            <p:nvPr/>
          </p:nvSpPr>
          <p:spPr>
            <a:xfrm>
              <a:off x="6356359" y="4181117"/>
              <a:ext cx="144708" cy="98451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E3121F06-E8A5-D34B-1024-77E864FE3E25}"/>
                </a:ext>
              </a:extLst>
            </p:cNvPr>
            <p:cNvSpPr/>
            <p:nvPr/>
          </p:nvSpPr>
          <p:spPr>
            <a:xfrm>
              <a:off x="6169095" y="4181117"/>
              <a:ext cx="144708" cy="98451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154D727A-5092-B2F0-0BE5-0CA0824764C3}"/>
                </a:ext>
              </a:extLst>
            </p:cNvPr>
            <p:cNvSpPr/>
            <p:nvPr/>
          </p:nvSpPr>
          <p:spPr>
            <a:xfrm>
              <a:off x="6172683" y="3843002"/>
              <a:ext cx="328385" cy="387341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33340E58-46E7-07FF-7298-4B6D035453BE}"/>
                </a:ext>
              </a:extLst>
            </p:cNvPr>
            <p:cNvSpPr/>
            <p:nvPr/>
          </p:nvSpPr>
          <p:spPr>
            <a:xfrm>
              <a:off x="6232955" y="3681404"/>
              <a:ext cx="207840" cy="207840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B5DD2C92-6B75-2F83-0283-7E964542CCA3}"/>
                </a:ext>
              </a:extLst>
            </p:cNvPr>
            <p:cNvSpPr/>
            <p:nvPr/>
          </p:nvSpPr>
          <p:spPr>
            <a:xfrm rot="6983687">
              <a:off x="6345911" y="3957693"/>
              <a:ext cx="201935" cy="87500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B1BC64BE-0F26-97C7-120C-5D3C40D8E404}"/>
                </a:ext>
              </a:extLst>
            </p:cNvPr>
            <p:cNvSpPr/>
            <p:nvPr/>
          </p:nvSpPr>
          <p:spPr>
            <a:xfrm rot="14616313" flipH="1">
              <a:off x="6125903" y="3957693"/>
              <a:ext cx="201935" cy="87500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6C4C9BB-8BC0-E5C4-B273-6B726BE7DF3E}"/>
              </a:ext>
            </a:extLst>
          </p:cNvPr>
          <p:cNvGrpSpPr/>
          <p:nvPr/>
        </p:nvGrpSpPr>
        <p:grpSpPr>
          <a:xfrm>
            <a:off x="2782084" y="3636990"/>
            <a:ext cx="584522" cy="611860"/>
            <a:chOff x="4511105" y="3681404"/>
            <a:chExt cx="584522" cy="611860"/>
          </a:xfrm>
        </p:grpSpPr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74250768-23E7-77E4-8269-5E9F8CF2F4FA}"/>
                </a:ext>
              </a:extLst>
            </p:cNvPr>
            <p:cNvSpPr/>
            <p:nvPr/>
          </p:nvSpPr>
          <p:spPr>
            <a:xfrm flipH="1">
              <a:off x="4833435" y="4194813"/>
              <a:ext cx="144708" cy="98451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ECD32089-BD76-2CC4-5021-D2A6B730B28B}"/>
                </a:ext>
              </a:extLst>
            </p:cNvPr>
            <p:cNvSpPr/>
            <p:nvPr/>
          </p:nvSpPr>
          <p:spPr>
            <a:xfrm flipH="1">
              <a:off x="4511105" y="3930842"/>
              <a:ext cx="201935" cy="87500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9E876CCA-EC0E-5C49-C628-1240163C05C2}"/>
                </a:ext>
              </a:extLst>
            </p:cNvPr>
            <p:cNvSpPr/>
            <p:nvPr/>
          </p:nvSpPr>
          <p:spPr>
            <a:xfrm flipH="1">
              <a:off x="4649758" y="3843002"/>
              <a:ext cx="328385" cy="387341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DEC92900-D14C-0AE6-1646-A86E561A4074}"/>
                </a:ext>
              </a:extLst>
            </p:cNvPr>
            <p:cNvSpPr/>
            <p:nvPr/>
          </p:nvSpPr>
          <p:spPr>
            <a:xfrm flipH="1">
              <a:off x="4710031" y="3681404"/>
              <a:ext cx="207840" cy="207840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52B31627-5E73-9D00-4831-28D457D0E4F6}"/>
                </a:ext>
              </a:extLst>
            </p:cNvPr>
            <p:cNvSpPr/>
            <p:nvPr/>
          </p:nvSpPr>
          <p:spPr>
            <a:xfrm rot="19291374" flipH="1">
              <a:off x="4893692" y="3910020"/>
              <a:ext cx="201935" cy="87500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4C0160A3-18CD-3D89-1875-1FD5D58791F8}"/>
                </a:ext>
              </a:extLst>
            </p:cNvPr>
            <p:cNvSpPr/>
            <p:nvPr/>
          </p:nvSpPr>
          <p:spPr>
            <a:xfrm flipH="1">
              <a:off x="4631584" y="4194813"/>
              <a:ext cx="144708" cy="98451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96C71025-63C5-E6FA-F28E-633AA39697A4}"/>
              </a:ext>
            </a:extLst>
          </p:cNvPr>
          <p:cNvGrpSpPr/>
          <p:nvPr/>
        </p:nvGrpSpPr>
        <p:grpSpPr>
          <a:xfrm>
            <a:off x="4160948" y="2817877"/>
            <a:ext cx="1245378" cy="864452"/>
            <a:chOff x="4446461" y="1589152"/>
            <a:chExt cx="1245378" cy="864452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1BE769B8-9FD8-B681-E4CB-8C8977C6F6E8}"/>
                </a:ext>
              </a:extLst>
            </p:cNvPr>
            <p:cNvSpPr/>
            <p:nvPr/>
          </p:nvSpPr>
          <p:spPr>
            <a:xfrm>
              <a:off x="4446461" y="1589152"/>
              <a:ext cx="1245378" cy="864452"/>
            </a:xfrm>
            <a:prstGeom prst="rect">
              <a:avLst/>
            </a:prstGeom>
            <a:noFill/>
            <a:ln w="12700"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012D3371-EE29-4300-A07A-C4013C251C02}"/>
                </a:ext>
              </a:extLst>
            </p:cNvPr>
            <p:cNvSpPr/>
            <p:nvPr/>
          </p:nvSpPr>
          <p:spPr>
            <a:xfrm>
              <a:off x="4873690" y="1825919"/>
              <a:ext cx="390918" cy="390918"/>
            </a:xfrm>
            <a:prstGeom prst="ellipse">
              <a:avLst/>
            </a:prstGeom>
            <a:solidFill>
              <a:srgbClr val="B2B2B2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6882A30-962E-D8EC-7536-C94DA167D6B7}"/>
              </a:ext>
            </a:extLst>
          </p:cNvPr>
          <p:cNvGrpSpPr/>
          <p:nvPr/>
        </p:nvGrpSpPr>
        <p:grpSpPr>
          <a:xfrm>
            <a:off x="6194688" y="2417667"/>
            <a:ext cx="584522" cy="611860"/>
            <a:chOff x="4596134" y="2364839"/>
            <a:chExt cx="584522" cy="611860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E4B2BAD-6AE8-9063-F1E2-6B99E08A4205}"/>
                </a:ext>
              </a:extLst>
            </p:cNvPr>
            <p:cNvSpPr/>
            <p:nvPr/>
          </p:nvSpPr>
          <p:spPr>
            <a:xfrm>
              <a:off x="4713618" y="2878248"/>
              <a:ext cx="144708" cy="98451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C346EF37-DB19-8F10-5DBB-D03CF2429B0B}"/>
                </a:ext>
              </a:extLst>
            </p:cNvPr>
            <p:cNvSpPr/>
            <p:nvPr/>
          </p:nvSpPr>
          <p:spPr>
            <a:xfrm>
              <a:off x="4978721" y="2614277"/>
              <a:ext cx="201935" cy="87500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E060C0F5-B4B3-36CA-EE02-11F5DF73F17C}"/>
                </a:ext>
              </a:extLst>
            </p:cNvPr>
            <p:cNvSpPr/>
            <p:nvPr/>
          </p:nvSpPr>
          <p:spPr>
            <a:xfrm>
              <a:off x="4713618" y="2526437"/>
              <a:ext cx="328385" cy="387341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46DF18A-6303-CAA6-652B-6DDC4F3A22EB}"/>
                </a:ext>
              </a:extLst>
            </p:cNvPr>
            <p:cNvSpPr/>
            <p:nvPr/>
          </p:nvSpPr>
          <p:spPr>
            <a:xfrm>
              <a:off x="4773890" y="2364839"/>
              <a:ext cx="207840" cy="207840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368474BE-38C7-01BB-AE86-6D34C1FA5E2C}"/>
                </a:ext>
              </a:extLst>
            </p:cNvPr>
            <p:cNvSpPr/>
            <p:nvPr/>
          </p:nvSpPr>
          <p:spPr>
            <a:xfrm rot="2308626">
              <a:off x="4596134" y="2593455"/>
              <a:ext cx="201935" cy="87500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B1BDF0A-6676-9AF1-E956-3CC302638B40}"/>
                </a:ext>
              </a:extLst>
            </p:cNvPr>
            <p:cNvSpPr/>
            <p:nvPr/>
          </p:nvSpPr>
          <p:spPr>
            <a:xfrm>
              <a:off x="4915469" y="2878248"/>
              <a:ext cx="144708" cy="98451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3894B6D-D398-7972-ECAB-28D75287D819}"/>
              </a:ext>
            </a:extLst>
          </p:cNvPr>
          <p:cNvGrpSpPr/>
          <p:nvPr/>
        </p:nvGrpSpPr>
        <p:grpSpPr>
          <a:xfrm>
            <a:off x="7004442" y="2486469"/>
            <a:ext cx="584522" cy="611860"/>
            <a:chOff x="6055198" y="2364839"/>
            <a:chExt cx="584522" cy="611860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DE6B5D38-9305-DFE4-AB8E-4BDC7FD6AF39}"/>
                </a:ext>
              </a:extLst>
            </p:cNvPr>
            <p:cNvSpPr/>
            <p:nvPr/>
          </p:nvSpPr>
          <p:spPr>
            <a:xfrm>
              <a:off x="6172682" y="2878248"/>
              <a:ext cx="144708" cy="98451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DDF9778B-859B-3E73-815D-B91D292E04CA}"/>
                </a:ext>
              </a:extLst>
            </p:cNvPr>
            <p:cNvSpPr/>
            <p:nvPr/>
          </p:nvSpPr>
          <p:spPr>
            <a:xfrm>
              <a:off x="6437785" y="2614277"/>
              <a:ext cx="201935" cy="87500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13663B01-0F31-B8D8-0B86-011239DAC547}"/>
                </a:ext>
              </a:extLst>
            </p:cNvPr>
            <p:cNvSpPr/>
            <p:nvPr/>
          </p:nvSpPr>
          <p:spPr>
            <a:xfrm>
              <a:off x="6172682" y="2526437"/>
              <a:ext cx="328385" cy="387341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3EB64B52-9908-F226-84FD-7E35A45FBC69}"/>
                </a:ext>
              </a:extLst>
            </p:cNvPr>
            <p:cNvSpPr/>
            <p:nvPr/>
          </p:nvSpPr>
          <p:spPr>
            <a:xfrm>
              <a:off x="6232954" y="2364839"/>
              <a:ext cx="207840" cy="207840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EF6F99C2-AF5A-1EBB-373F-36D8EA8C8299}"/>
                </a:ext>
              </a:extLst>
            </p:cNvPr>
            <p:cNvSpPr/>
            <p:nvPr/>
          </p:nvSpPr>
          <p:spPr>
            <a:xfrm rot="2308626">
              <a:off x="6055198" y="2593455"/>
              <a:ext cx="201935" cy="87500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C4A3C37C-F867-70E9-A9C0-E2282658850D}"/>
                </a:ext>
              </a:extLst>
            </p:cNvPr>
            <p:cNvSpPr/>
            <p:nvPr/>
          </p:nvSpPr>
          <p:spPr>
            <a:xfrm>
              <a:off x="6374533" y="2878248"/>
              <a:ext cx="144708" cy="98451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C17603B-1FE5-A1B9-7785-D15FCE7A68C5}"/>
              </a:ext>
            </a:extLst>
          </p:cNvPr>
          <p:cNvGrpSpPr/>
          <p:nvPr/>
        </p:nvGrpSpPr>
        <p:grpSpPr>
          <a:xfrm>
            <a:off x="6135054" y="3451161"/>
            <a:ext cx="584522" cy="611860"/>
            <a:chOff x="4511105" y="3681404"/>
            <a:chExt cx="584522" cy="611860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17653368-67EA-0FD2-5D0D-84521A5CBABD}"/>
                </a:ext>
              </a:extLst>
            </p:cNvPr>
            <p:cNvSpPr/>
            <p:nvPr/>
          </p:nvSpPr>
          <p:spPr>
            <a:xfrm flipH="1">
              <a:off x="4833435" y="4194813"/>
              <a:ext cx="144708" cy="98451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A4BCACAA-8D9A-1701-9E27-6933C7B92020}"/>
                </a:ext>
              </a:extLst>
            </p:cNvPr>
            <p:cNvSpPr/>
            <p:nvPr/>
          </p:nvSpPr>
          <p:spPr>
            <a:xfrm flipH="1">
              <a:off x="4511105" y="3930842"/>
              <a:ext cx="201935" cy="87500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29C9FEAB-601D-079F-5A01-C19736CB1448}"/>
                </a:ext>
              </a:extLst>
            </p:cNvPr>
            <p:cNvSpPr/>
            <p:nvPr/>
          </p:nvSpPr>
          <p:spPr>
            <a:xfrm flipH="1">
              <a:off x="4649758" y="3843002"/>
              <a:ext cx="328385" cy="387341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853517D3-8D80-D58A-B095-B9F5DED68392}"/>
                </a:ext>
              </a:extLst>
            </p:cNvPr>
            <p:cNvSpPr/>
            <p:nvPr/>
          </p:nvSpPr>
          <p:spPr>
            <a:xfrm flipH="1">
              <a:off x="4710031" y="3681404"/>
              <a:ext cx="207840" cy="207840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3570AF4D-FF46-9AA0-4D0E-4B7B39F1871A}"/>
                </a:ext>
              </a:extLst>
            </p:cNvPr>
            <p:cNvSpPr/>
            <p:nvPr/>
          </p:nvSpPr>
          <p:spPr>
            <a:xfrm rot="19291374" flipH="1">
              <a:off x="4893692" y="3910020"/>
              <a:ext cx="201935" cy="87500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6B292B18-2843-DEFC-F2EB-77752B2B8E71}"/>
                </a:ext>
              </a:extLst>
            </p:cNvPr>
            <p:cNvSpPr/>
            <p:nvPr/>
          </p:nvSpPr>
          <p:spPr>
            <a:xfrm flipH="1">
              <a:off x="4631584" y="4194813"/>
              <a:ext cx="144708" cy="98451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3B3E4CD-3E6D-EC60-6B49-1358341C877C}"/>
              </a:ext>
            </a:extLst>
          </p:cNvPr>
          <p:cNvGrpSpPr/>
          <p:nvPr/>
        </p:nvGrpSpPr>
        <p:grpSpPr>
          <a:xfrm>
            <a:off x="7050529" y="3354671"/>
            <a:ext cx="584522" cy="611860"/>
            <a:chOff x="6055198" y="2364839"/>
            <a:chExt cx="584522" cy="611860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EDBDC3C3-C0D9-73DC-98A3-224B90110364}"/>
                </a:ext>
              </a:extLst>
            </p:cNvPr>
            <p:cNvSpPr/>
            <p:nvPr/>
          </p:nvSpPr>
          <p:spPr>
            <a:xfrm>
              <a:off x="6172682" y="2878248"/>
              <a:ext cx="144708" cy="98451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63EEDB12-BA08-925B-011F-63C9E31D280C}"/>
                </a:ext>
              </a:extLst>
            </p:cNvPr>
            <p:cNvSpPr/>
            <p:nvPr/>
          </p:nvSpPr>
          <p:spPr>
            <a:xfrm>
              <a:off x="6437785" y="2614277"/>
              <a:ext cx="201935" cy="87500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090465C4-B7AE-E48A-B2AD-306A997C8B46}"/>
                </a:ext>
              </a:extLst>
            </p:cNvPr>
            <p:cNvSpPr/>
            <p:nvPr/>
          </p:nvSpPr>
          <p:spPr>
            <a:xfrm>
              <a:off x="6172682" y="2526437"/>
              <a:ext cx="328385" cy="387341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B5D2DF76-422A-E8C4-9CD7-AAE7B220FD76}"/>
                </a:ext>
              </a:extLst>
            </p:cNvPr>
            <p:cNvSpPr/>
            <p:nvPr/>
          </p:nvSpPr>
          <p:spPr>
            <a:xfrm>
              <a:off x="6232954" y="2364839"/>
              <a:ext cx="207840" cy="207840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7068EEB1-4A8E-F7B2-6CD5-F1BA24AC25E3}"/>
                </a:ext>
              </a:extLst>
            </p:cNvPr>
            <p:cNvSpPr/>
            <p:nvPr/>
          </p:nvSpPr>
          <p:spPr>
            <a:xfrm rot="2308626">
              <a:off x="6055198" y="2593455"/>
              <a:ext cx="201935" cy="87500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05E0AB1B-463E-55E4-1E3A-DCF65DF19D90}"/>
                </a:ext>
              </a:extLst>
            </p:cNvPr>
            <p:cNvSpPr/>
            <p:nvPr/>
          </p:nvSpPr>
          <p:spPr>
            <a:xfrm>
              <a:off x="6374533" y="2878248"/>
              <a:ext cx="144708" cy="98451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1325B9C-BCCE-FEEA-2834-28FFCCB162D7}"/>
              </a:ext>
            </a:extLst>
          </p:cNvPr>
          <p:cNvGrpSpPr/>
          <p:nvPr/>
        </p:nvGrpSpPr>
        <p:grpSpPr>
          <a:xfrm>
            <a:off x="7825990" y="2589045"/>
            <a:ext cx="584522" cy="611860"/>
            <a:chOff x="6055198" y="2364839"/>
            <a:chExt cx="584522" cy="611860"/>
          </a:xfrm>
        </p:grpSpPr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586CC97E-2583-F6EF-0A5A-1E2A28A2A6FD}"/>
                </a:ext>
              </a:extLst>
            </p:cNvPr>
            <p:cNvSpPr/>
            <p:nvPr/>
          </p:nvSpPr>
          <p:spPr>
            <a:xfrm>
              <a:off x="6172682" y="2878248"/>
              <a:ext cx="144708" cy="98451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94CD4815-5A4F-C38C-DE67-91493AD2CF4F}"/>
                </a:ext>
              </a:extLst>
            </p:cNvPr>
            <p:cNvSpPr/>
            <p:nvPr/>
          </p:nvSpPr>
          <p:spPr>
            <a:xfrm>
              <a:off x="6437785" y="2614277"/>
              <a:ext cx="201935" cy="87500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CB1AF968-E9D4-987D-DF50-56E8FA276691}"/>
                </a:ext>
              </a:extLst>
            </p:cNvPr>
            <p:cNvSpPr/>
            <p:nvPr/>
          </p:nvSpPr>
          <p:spPr>
            <a:xfrm>
              <a:off x="6172682" y="2526437"/>
              <a:ext cx="328385" cy="387341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973F2121-1900-BE98-3E41-D0F90AD13107}"/>
                </a:ext>
              </a:extLst>
            </p:cNvPr>
            <p:cNvSpPr/>
            <p:nvPr/>
          </p:nvSpPr>
          <p:spPr>
            <a:xfrm>
              <a:off x="6232954" y="2364839"/>
              <a:ext cx="207840" cy="207840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750048DE-6CE9-8BB2-FC38-5D72C9FE2110}"/>
                </a:ext>
              </a:extLst>
            </p:cNvPr>
            <p:cNvSpPr/>
            <p:nvPr/>
          </p:nvSpPr>
          <p:spPr>
            <a:xfrm rot="2308626">
              <a:off x="6055198" y="2593455"/>
              <a:ext cx="201935" cy="87500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3AB02F77-A63D-E199-BE20-694BA4DEF2D7}"/>
                </a:ext>
              </a:extLst>
            </p:cNvPr>
            <p:cNvSpPr/>
            <p:nvPr/>
          </p:nvSpPr>
          <p:spPr>
            <a:xfrm>
              <a:off x="6374533" y="2878248"/>
              <a:ext cx="144708" cy="98451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0604CE9B-2571-61C3-1AB7-F6495892760D}"/>
              </a:ext>
            </a:extLst>
          </p:cNvPr>
          <p:cNvGrpSpPr/>
          <p:nvPr/>
        </p:nvGrpSpPr>
        <p:grpSpPr>
          <a:xfrm>
            <a:off x="7964643" y="3538539"/>
            <a:ext cx="584522" cy="611860"/>
            <a:chOff x="6055198" y="2364839"/>
            <a:chExt cx="584522" cy="611860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7E67BFA4-34D7-BC41-D303-69B6AB6CF65D}"/>
                </a:ext>
              </a:extLst>
            </p:cNvPr>
            <p:cNvSpPr/>
            <p:nvPr/>
          </p:nvSpPr>
          <p:spPr>
            <a:xfrm>
              <a:off x="6172682" y="2878248"/>
              <a:ext cx="144708" cy="98451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7BEDA596-6D94-9762-B8D7-12476BB5D935}"/>
                </a:ext>
              </a:extLst>
            </p:cNvPr>
            <p:cNvSpPr/>
            <p:nvPr/>
          </p:nvSpPr>
          <p:spPr>
            <a:xfrm>
              <a:off x="6437785" y="2614277"/>
              <a:ext cx="201935" cy="87500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E283E5D2-5395-C19A-2856-54DF44E7803B}"/>
                </a:ext>
              </a:extLst>
            </p:cNvPr>
            <p:cNvSpPr/>
            <p:nvPr/>
          </p:nvSpPr>
          <p:spPr>
            <a:xfrm>
              <a:off x="6172682" y="2526437"/>
              <a:ext cx="328385" cy="387341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1988415C-4DB6-0029-959E-84BE400AABA5}"/>
                </a:ext>
              </a:extLst>
            </p:cNvPr>
            <p:cNvSpPr/>
            <p:nvPr/>
          </p:nvSpPr>
          <p:spPr>
            <a:xfrm>
              <a:off x="6232954" y="2364839"/>
              <a:ext cx="207840" cy="207840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1735508C-21BD-C41F-413A-40AC9CBAEB9D}"/>
                </a:ext>
              </a:extLst>
            </p:cNvPr>
            <p:cNvSpPr/>
            <p:nvPr/>
          </p:nvSpPr>
          <p:spPr>
            <a:xfrm rot="2308626">
              <a:off x="6055198" y="2593455"/>
              <a:ext cx="201935" cy="87500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0CDDAFC4-A433-07DD-4FCE-AA2D71C78A87}"/>
                </a:ext>
              </a:extLst>
            </p:cNvPr>
            <p:cNvSpPr/>
            <p:nvPr/>
          </p:nvSpPr>
          <p:spPr>
            <a:xfrm>
              <a:off x="6374533" y="2878248"/>
              <a:ext cx="144708" cy="98451"/>
            </a:xfrm>
            <a:prstGeom prst="ellips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8012FE3B-D7DA-BB07-B4A8-D7D029FE78CB}"/>
              </a:ext>
            </a:extLst>
          </p:cNvPr>
          <p:cNvGrpSpPr/>
          <p:nvPr/>
        </p:nvGrpSpPr>
        <p:grpSpPr>
          <a:xfrm>
            <a:off x="9446039" y="2817877"/>
            <a:ext cx="1245378" cy="864452"/>
            <a:chOff x="9928375" y="1630933"/>
            <a:chExt cx="1245378" cy="864452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BB5197FB-9FF3-1B00-2434-42CFD869441D}"/>
                </a:ext>
              </a:extLst>
            </p:cNvPr>
            <p:cNvSpPr/>
            <p:nvPr/>
          </p:nvSpPr>
          <p:spPr>
            <a:xfrm>
              <a:off x="9928375" y="1630933"/>
              <a:ext cx="1245378" cy="864452"/>
            </a:xfrm>
            <a:prstGeom prst="rect">
              <a:avLst/>
            </a:prstGeom>
            <a:noFill/>
            <a:ln w="12700"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90" name="Star: 5 Points 89">
              <a:extLst>
                <a:ext uri="{FF2B5EF4-FFF2-40B4-BE49-F238E27FC236}">
                  <a16:creationId xmlns:a16="http://schemas.microsoft.com/office/drawing/2014/main" id="{40813C4D-34DB-3031-EF9A-F662E9011209}"/>
                </a:ext>
              </a:extLst>
            </p:cNvPr>
            <p:cNvSpPr/>
            <p:nvPr/>
          </p:nvSpPr>
          <p:spPr>
            <a:xfrm>
              <a:off x="10299715" y="1811811"/>
              <a:ext cx="502696" cy="502696"/>
            </a:xfrm>
            <a:prstGeom prst="star5">
              <a:avLst/>
            </a:prstGeom>
            <a:solidFill>
              <a:srgbClr val="B2B2B2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</p:grpSp>
      <p:sp>
        <p:nvSpPr>
          <p:cNvPr id="95" name="Arrow: Right 94">
            <a:extLst>
              <a:ext uri="{FF2B5EF4-FFF2-40B4-BE49-F238E27FC236}">
                <a16:creationId xmlns:a16="http://schemas.microsoft.com/office/drawing/2014/main" id="{C625011E-9151-8CD6-6BFF-9E1EC37CDD2D}"/>
              </a:ext>
            </a:extLst>
          </p:cNvPr>
          <p:cNvSpPr/>
          <p:nvPr/>
        </p:nvSpPr>
        <p:spPr>
          <a:xfrm>
            <a:off x="3702879" y="2760768"/>
            <a:ext cx="245472" cy="1011132"/>
          </a:xfrm>
          <a:prstGeom prst="rightArrow">
            <a:avLst>
              <a:gd name="adj1" fmla="val 50000"/>
              <a:gd name="adj2" fmla="val 100000"/>
            </a:avLst>
          </a:prstGeom>
          <a:gradFill flip="none" rotWithShape="1">
            <a:gsLst>
              <a:gs pos="0">
                <a:srgbClr val="4D4D4D"/>
              </a:gs>
              <a:gs pos="100000">
                <a:srgbClr val="C0C0C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96" name="Arrow: Right 95">
            <a:extLst>
              <a:ext uri="{FF2B5EF4-FFF2-40B4-BE49-F238E27FC236}">
                <a16:creationId xmlns:a16="http://schemas.microsoft.com/office/drawing/2014/main" id="{21F72650-DEDE-2D3D-F78A-57E4E6A56EFC}"/>
              </a:ext>
            </a:extLst>
          </p:cNvPr>
          <p:cNvSpPr/>
          <p:nvPr/>
        </p:nvSpPr>
        <p:spPr>
          <a:xfrm>
            <a:off x="8908197" y="2760768"/>
            <a:ext cx="245472" cy="1011132"/>
          </a:xfrm>
          <a:prstGeom prst="rightArrow">
            <a:avLst>
              <a:gd name="adj1" fmla="val 50000"/>
              <a:gd name="adj2" fmla="val 100000"/>
            </a:avLst>
          </a:prstGeom>
          <a:gradFill flip="none" rotWithShape="1">
            <a:gsLst>
              <a:gs pos="0">
                <a:srgbClr val="4D4D4D"/>
              </a:gs>
              <a:gs pos="100000">
                <a:srgbClr val="C0C0C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8B563E15-F7F5-04D9-65EE-D0DE8103A9E0}"/>
              </a:ext>
            </a:extLst>
          </p:cNvPr>
          <p:cNvSpPr/>
          <p:nvPr/>
        </p:nvSpPr>
        <p:spPr>
          <a:xfrm>
            <a:off x="457200" y="1628775"/>
            <a:ext cx="10391775" cy="2905126"/>
          </a:xfrm>
          <a:prstGeom prst="rect">
            <a:avLst/>
          </a:prstGeom>
          <a:noFill/>
          <a:ln w="3175">
            <a:solidFill>
              <a:srgbClr val="B2B2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6867EFE-D1D7-F74B-CC6D-AE46A438FB3D}"/>
              </a:ext>
            </a:extLst>
          </p:cNvPr>
          <p:cNvSpPr txBox="1"/>
          <p:nvPr/>
        </p:nvSpPr>
        <p:spPr>
          <a:xfrm>
            <a:off x="526392" y="1704203"/>
            <a:ext cx="12490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1400" b="1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altLang="ja-JP" sz="2000" dirty="0"/>
              <a:t>Symbol</a:t>
            </a:r>
            <a:endParaRPr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937220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uble Brace 8">
            <a:extLst>
              <a:ext uri="{FF2B5EF4-FFF2-40B4-BE49-F238E27FC236}">
                <a16:creationId xmlns:a16="http://schemas.microsoft.com/office/drawing/2014/main" id="{F883C723-42DA-771D-C3B1-D44B910EE6BB}"/>
              </a:ext>
            </a:extLst>
          </p:cNvPr>
          <p:cNvSpPr/>
          <p:nvPr/>
        </p:nvSpPr>
        <p:spPr>
          <a:xfrm>
            <a:off x="10151244" y="3405496"/>
            <a:ext cx="1209320" cy="1261024"/>
          </a:xfrm>
          <a:prstGeom prst="bracePair">
            <a:avLst/>
          </a:prstGeom>
          <a:ln>
            <a:solidFill>
              <a:srgbClr val="0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F5D85F-9627-8A1B-9F4E-DC3FE08AE5D1}"/>
              </a:ext>
            </a:extLst>
          </p:cNvPr>
          <p:cNvSpPr txBox="1"/>
          <p:nvPr/>
        </p:nvSpPr>
        <p:spPr>
          <a:xfrm>
            <a:off x="245915" y="1448404"/>
            <a:ext cx="25683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1400" b="1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altLang="ja-JP" sz="2000" dirty="0"/>
              <a:t>Ultimate</a:t>
            </a:r>
            <a:r>
              <a:rPr lang="ja-JP" altLang="en-US" sz="2000" dirty="0"/>
              <a:t> </a:t>
            </a:r>
            <a:r>
              <a:rPr lang="en-US" altLang="ja-JP" sz="2000" dirty="0"/>
              <a:t>Symbol</a:t>
            </a:r>
            <a:endParaRPr lang="ja-JP" altLang="en-US" sz="2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8303EB-51A3-CFBA-4D20-A59D13826392}"/>
              </a:ext>
            </a:extLst>
          </p:cNvPr>
          <p:cNvSpPr/>
          <p:nvPr/>
        </p:nvSpPr>
        <p:spPr>
          <a:xfrm>
            <a:off x="133350" y="1352549"/>
            <a:ext cx="11563349" cy="4533902"/>
          </a:xfrm>
          <a:prstGeom prst="rect">
            <a:avLst/>
          </a:prstGeom>
          <a:noFill/>
          <a:ln w="3175">
            <a:solidFill>
              <a:srgbClr val="B2B2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3E7FF4-4578-5A55-783D-90572ABD1839}"/>
              </a:ext>
            </a:extLst>
          </p:cNvPr>
          <p:cNvSpPr txBox="1"/>
          <p:nvPr/>
        </p:nvSpPr>
        <p:spPr>
          <a:xfrm>
            <a:off x="10146603" y="2583639"/>
            <a:ext cx="12186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2000" b="1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altLang="ja-JP" sz="3600" dirty="0"/>
              <a:t>Null</a:t>
            </a:r>
            <a:endParaRPr lang="ja-JP" altLang="en-US" sz="3600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D6DB4FB7-F85A-7F40-48D5-013CCFFFA3DF}"/>
              </a:ext>
            </a:extLst>
          </p:cNvPr>
          <p:cNvGrpSpPr/>
          <p:nvPr/>
        </p:nvGrpSpPr>
        <p:grpSpPr>
          <a:xfrm>
            <a:off x="961988" y="3625822"/>
            <a:ext cx="8750337" cy="830593"/>
            <a:chOff x="961988" y="3550798"/>
            <a:chExt cx="8750337" cy="830593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95BB792-889D-8E64-C6D2-97E4E66CEF82}"/>
                </a:ext>
              </a:extLst>
            </p:cNvPr>
            <p:cNvSpPr/>
            <p:nvPr/>
          </p:nvSpPr>
          <p:spPr>
            <a:xfrm>
              <a:off x="8676922" y="3916706"/>
              <a:ext cx="98777" cy="98777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Arrow: Right 21">
              <a:extLst>
                <a:ext uri="{FF2B5EF4-FFF2-40B4-BE49-F238E27FC236}">
                  <a16:creationId xmlns:a16="http://schemas.microsoft.com/office/drawing/2014/main" id="{6270A47F-96C4-0992-A98E-8428B51EE995}"/>
                </a:ext>
              </a:extLst>
            </p:cNvPr>
            <p:cNvSpPr/>
            <p:nvPr/>
          </p:nvSpPr>
          <p:spPr>
            <a:xfrm>
              <a:off x="2534708" y="3785076"/>
              <a:ext cx="369711" cy="362036"/>
            </a:xfrm>
            <a:prstGeom prst="rightArrow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Arrow: Right 22">
              <a:extLst>
                <a:ext uri="{FF2B5EF4-FFF2-40B4-BE49-F238E27FC236}">
                  <a16:creationId xmlns:a16="http://schemas.microsoft.com/office/drawing/2014/main" id="{CA8B877A-8095-35D6-25E7-89AD2DBAB08E}"/>
                </a:ext>
              </a:extLst>
            </p:cNvPr>
            <p:cNvSpPr/>
            <p:nvPr/>
          </p:nvSpPr>
          <p:spPr>
            <a:xfrm>
              <a:off x="5397499" y="3785076"/>
              <a:ext cx="369711" cy="362036"/>
            </a:xfrm>
            <a:prstGeom prst="rightArrow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2890FB67-B0B7-4135-A976-23BCF8F8F794}"/>
                </a:ext>
              </a:extLst>
            </p:cNvPr>
            <p:cNvSpPr/>
            <p:nvPr/>
          </p:nvSpPr>
          <p:spPr>
            <a:xfrm>
              <a:off x="7832019" y="3785076"/>
              <a:ext cx="369711" cy="362036"/>
            </a:xfrm>
            <a:prstGeom prst="rightArrow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25" name="Arrow: Right 24">
              <a:extLst>
                <a:ext uri="{FF2B5EF4-FFF2-40B4-BE49-F238E27FC236}">
                  <a16:creationId xmlns:a16="http://schemas.microsoft.com/office/drawing/2014/main" id="{32D99702-4F9D-A916-3720-765E40C201B3}"/>
                </a:ext>
              </a:extLst>
            </p:cNvPr>
            <p:cNvSpPr/>
            <p:nvPr/>
          </p:nvSpPr>
          <p:spPr>
            <a:xfrm>
              <a:off x="9342614" y="3785076"/>
              <a:ext cx="369711" cy="362036"/>
            </a:xfrm>
            <a:prstGeom prst="rightArrow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solidFill>
                  <a:schemeClr val="tx1"/>
                </a:solidFill>
              </a:endParaRP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982EFCC6-8293-8E6E-306D-3A35ECD3BB3E}"/>
                </a:ext>
              </a:extLst>
            </p:cNvPr>
            <p:cNvGrpSpPr/>
            <p:nvPr/>
          </p:nvGrpSpPr>
          <p:grpSpPr>
            <a:xfrm>
              <a:off x="961988" y="3550798"/>
              <a:ext cx="839069" cy="830593"/>
              <a:chOff x="961988" y="3891359"/>
              <a:chExt cx="839069" cy="830593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0125853-5219-149D-C65B-ED2E7B0D45E6}"/>
                  </a:ext>
                </a:extLst>
              </p:cNvPr>
              <p:cNvSpPr/>
              <p:nvPr/>
            </p:nvSpPr>
            <p:spPr>
              <a:xfrm>
                <a:off x="1203551" y="3992349"/>
                <a:ext cx="597506" cy="729603"/>
              </a:xfrm>
              <a:prstGeom prst="ellipse">
                <a:avLst/>
              </a:pr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0A18EC10-1C75-F8B6-09A6-650A4776D0C9}"/>
                  </a:ext>
                </a:extLst>
              </p:cNvPr>
              <p:cNvSpPr/>
              <p:nvPr/>
            </p:nvSpPr>
            <p:spPr>
              <a:xfrm>
                <a:off x="961988" y="3992349"/>
                <a:ext cx="597506" cy="729603"/>
              </a:xfrm>
              <a:prstGeom prst="ellipse">
                <a:avLst/>
              </a:pr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9" name="Teardrop 28">
                <a:extLst>
                  <a:ext uri="{FF2B5EF4-FFF2-40B4-BE49-F238E27FC236}">
                    <a16:creationId xmlns:a16="http://schemas.microsoft.com/office/drawing/2014/main" id="{C6C99962-5FB2-25C6-DDEF-70AF82EFE02E}"/>
                  </a:ext>
                </a:extLst>
              </p:cNvPr>
              <p:cNvSpPr/>
              <p:nvPr/>
            </p:nvSpPr>
            <p:spPr>
              <a:xfrm rot="1024920" flipV="1">
                <a:off x="1039920" y="3891359"/>
                <a:ext cx="335017" cy="171988"/>
              </a:xfrm>
              <a:prstGeom prst="teardrop">
                <a:avLst>
                  <a:gd name="adj" fmla="val 135873"/>
                </a:avLst>
              </a:prstGeom>
              <a:solidFill>
                <a:srgbClr val="77777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21AE833-DEC9-062F-FC82-89A479B6F02F}"/>
                </a:ext>
              </a:extLst>
            </p:cNvPr>
            <p:cNvGrpSpPr/>
            <p:nvPr/>
          </p:nvGrpSpPr>
          <p:grpSpPr>
            <a:xfrm>
              <a:off x="3461359" y="3827960"/>
              <a:ext cx="1113615" cy="276268"/>
              <a:chOff x="3649773" y="4136242"/>
              <a:chExt cx="1113615" cy="400050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E1709EC5-4A58-D92D-5EC9-12E809613779}"/>
                  </a:ext>
                </a:extLst>
              </p:cNvPr>
              <p:cNvSpPr/>
              <p:nvPr/>
            </p:nvSpPr>
            <p:spPr>
              <a:xfrm>
                <a:off x="3891336" y="4136242"/>
                <a:ext cx="872052" cy="400050"/>
              </a:xfrm>
              <a:prstGeom prst="ellipse">
                <a:avLst/>
              </a:pr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57408E11-F39E-FAA4-DF93-DB613914805F}"/>
                  </a:ext>
                </a:extLst>
              </p:cNvPr>
              <p:cNvSpPr/>
              <p:nvPr/>
            </p:nvSpPr>
            <p:spPr>
              <a:xfrm>
                <a:off x="3649773" y="4136242"/>
                <a:ext cx="872052" cy="400050"/>
              </a:xfrm>
              <a:prstGeom prst="ellipse">
                <a:avLst/>
              </a:pr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</p:grp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8DCBC49-26DC-EC2A-EC75-C909AC0A7D2A}"/>
                </a:ext>
              </a:extLst>
            </p:cNvPr>
            <p:cNvSpPr/>
            <p:nvPr/>
          </p:nvSpPr>
          <p:spPr>
            <a:xfrm>
              <a:off x="6372576" y="3837261"/>
              <a:ext cx="933098" cy="257666"/>
            </a:xfrm>
            <a:prstGeom prst="ellipse">
              <a:avLst/>
            </a:prstGeom>
            <a:ln w="19050"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8003F3C-F1F1-E43B-E6AD-81CD4FB8011B}"/>
              </a:ext>
            </a:extLst>
          </p:cNvPr>
          <p:cNvGrpSpPr/>
          <p:nvPr/>
        </p:nvGrpSpPr>
        <p:grpSpPr>
          <a:xfrm>
            <a:off x="875919" y="4790124"/>
            <a:ext cx="8836407" cy="857008"/>
            <a:chOff x="875919" y="4790124"/>
            <a:chExt cx="8836407" cy="85700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16FEAA96-5A1C-4CB9-E607-C595F6D5F6EC}"/>
                </a:ext>
              </a:extLst>
            </p:cNvPr>
            <p:cNvGrpSpPr/>
            <p:nvPr/>
          </p:nvGrpSpPr>
          <p:grpSpPr>
            <a:xfrm>
              <a:off x="875919" y="4790124"/>
              <a:ext cx="818717" cy="857008"/>
              <a:chOff x="4511105" y="3681404"/>
              <a:chExt cx="584522" cy="611860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703944FB-A328-D137-8270-7A3D3A02F350}"/>
                  </a:ext>
                </a:extLst>
              </p:cNvPr>
              <p:cNvSpPr/>
              <p:nvPr/>
            </p:nvSpPr>
            <p:spPr>
              <a:xfrm flipH="1">
                <a:off x="4833435" y="4194813"/>
                <a:ext cx="144708" cy="98451"/>
              </a:xfrm>
              <a:prstGeom prst="ellipse">
                <a:avLst/>
              </a:prstGeom>
              <a:solidFill>
                <a:srgbClr val="B2B2B2"/>
              </a:solidFill>
              <a:ln>
                <a:solidFill>
                  <a:srgbClr val="29292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7D42AEE0-D352-E7B6-3349-73864C1CB5B9}"/>
                  </a:ext>
                </a:extLst>
              </p:cNvPr>
              <p:cNvSpPr/>
              <p:nvPr/>
            </p:nvSpPr>
            <p:spPr>
              <a:xfrm flipH="1">
                <a:off x="4511105" y="3930842"/>
                <a:ext cx="201935" cy="87500"/>
              </a:xfrm>
              <a:prstGeom prst="ellipse">
                <a:avLst/>
              </a:prstGeom>
              <a:solidFill>
                <a:srgbClr val="B2B2B2"/>
              </a:solidFill>
              <a:ln>
                <a:solidFill>
                  <a:srgbClr val="29292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728F18D6-BC8C-302B-4E51-2E89DF925C06}"/>
                  </a:ext>
                </a:extLst>
              </p:cNvPr>
              <p:cNvSpPr/>
              <p:nvPr/>
            </p:nvSpPr>
            <p:spPr>
              <a:xfrm flipH="1">
                <a:off x="4649758" y="3843002"/>
                <a:ext cx="328385" cy="387341"/>
              </a:xfrm>
              <a:prstGeom prst="ellipse">
                <a:avLst/>
              </a:prstGeom>
              <a:solidFill>
                <a:srgbClr val="B2B2B2"/>
              </a:solidFill>
              <a:ln>
                <a:solidFill>
                  <a:srgbClr val="29292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C099FB81-54F9-F1F3-C5F1-302C10AB4C5B}"/>
                  </a:ext>
                </a:extLst>
              </p:cNvPr>
              <p:cNvSpPr/>
              <p:nvPr/>
            </p:nvSpPr>
            <p:spPr>
              <a:xfrm flipH="1">
                <a:off x="4710031" y="3681404"/>
                <a:ext cx="207840" cy="207840"/>
              </a:xfrm>
              <a:prstGeom prst="ellipse">
                <a:avLst/>
              </a:prstGeom>
              <a:solidFill>
                <a:srgbClr val="B2B2B2"/>
              </a:solidFill>
              <a:ln>
                <a:solidFill>
                  <a:srgbClr val="29292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60FB24F2-836D-DE34-41A2-DBEF84914BB3}"/>
                  </a:ext>
                </a:extLst>
              </p:cNvPr>
              <p:cNvSpPr/>
              <p:nvPr/>
            </p:nvSpPr>
            <p:spPr>
              <a:xfrm rot="19291374" flipH="1">
                <a:off x="4893692" y="3910020"/>
                <a:ext cx="201935" cy="87500"/>
              </a:xfrm>
              <a:prstGeom prst="ellipse">
                <a:avLst/>
              </a:prstGeom>
              <a:solidFill>
                <a:srgbClr val="B2B2B2"/>
              </a:solidFill>
              <a:ln>
                <a:solidFill>
                  <a:srgbClr val="29292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630632F0-6F6F-B190-8635-FC1BCB329DA5}"/>
                  </a:ext>
                </a:extLst>
              </p:cNvPr>
              <p:cNvSpPr/>
              <p:nvPr/>
            </p:nvSpPr>
            <p:spPr>
              <a:xfrm flipH="1">
                <a:off x="4631584" y="4194813"/>
                <a:ext cx="144708" cy="98451"/>
              </a:xfrm>
              <a:prstGeom prst="ellipse">
                <a:avLst/>
              </a:prstGeom>
              <a:solidFill>
                <a:srgbClr val="B2B2B2"/>
              </a:solidFill>
              <a:ln>
                <a:solidFill>
                  <a:srgbClr val="29292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41" name="Arrow: Right 40">
              <a:extLst>
                <a:ext uri="{FF2B5EF4-FFF2-40B4-BE49-F238E27FC236}">
                  <a16:creationId xmlns:a16="http://schemas.microsoft.com/office/drawing/2014/main" id="{22993AA1-CA37-C832-8AC4-4810CCB5C9EC}"/>
                </a:ext>
              </a:extLst>
            </p:cNvPr>
            <p:cNvSpPr/>
            <p:nvPr/>
          </p:nvSpPr>
          <p:spPr>
            <a:xfrm>
              <a:off x="2534708" y="5037610"/>
              <a:ext cx="369711" cy="362036"/>
            </a:xfrm>
            <a:prstGeom prst="rightArrow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solidFill>
                  <a:schemeClr val="tx1"/>
                </a:solidFill>
              </a:endParaRP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C9E1EC1B-4DC1-44D9-44F5-5A1C21E9A035}"/>
                </a:ext>
              </a:extLst>
            </p:cNvPr>
            <p:cNvGrpSpPr/>
            <p:nvPr/>
          </p:nvGrpSpPr>
          <p:grpSpPr>
            <a:xfrm>
              <a:off x="3461359" y="5082662"/>
              <a:ext cx="1412906" cy="271932"/>
              <a:chOff x="4511105" y="3681404"/>
              <a:chExt cx="584522" cy="611860"/>
            </a:xfrm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D7BC1CDE-D091-D7DD-6B0D-B7A38CDAC345}"/>
                  </a:ext>
                </a:extLst>
              </p:cNvPr>
              <p:cNvSpPr/>
              <p:nvPr/>
            </p:nvSpPr>
            <p:spPr>
              <a:xfrm flipH="1">
                <a:off x="4833435" y="4194813"/>
                <a:ext cx="144708" cy="98451"/>
              </a:xfrm>
              <a:prstGeom prst="ellipse">
                <a:avLst/>
              </a:pr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42ABD5C5-91AD-0F26-A547-1A60E9C79823}"/>
                  </a:ext>
                </a:extLst>
              </p:cNvPr>
              <p:cNvSpPr/>
              <p:nvPr/>
            </p:nvSpPr>
            <p:spPr>
              <a:xfrm flipH="1">
                <a:off x="4511105" y="3930842"/>
                <a:ext cx="201935" cy="87500"/>
              </a:xfrm>
              <a:prstGeom prst="ellipse">
                <a:avLst/>
              </a:pr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C542CA5F-BED9-E6DD-A810-1E95B1ED0E01}"/>
                  </a:ext>
                </a:extLst>
              </p:cNvPr>
              <p:cNvSpPr/>
              <p:nvPr/>
            </p:nvSpPr>
            <p:spPr>
              <a:xfrm flipH="1">
                <a:off x="4649758" y="3843002"/>
                <a:ext cx="328385" cy="387341"/>
              </a:xfrm>
              <a:prstGeom prst="ellipse">
                <a:avLst/>
              </a:pr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6FD3F9B8-60B2-3349-4714-D49313F7CFA6}"/>
                  </a:ext>
                </a:extLst>
              </p:cNvPr>
              <p:cNvSpPr/>
              <p:nvPr/>
            </p:nvSpPr>
            <p:spPr>
              <a:xfrm flipH="1">
                <a:off x="4710031" y="3681404"/>
                <a:ext cx="207840" cy="207840"/>
              </a:xfrm>
              <a:prstGeom prst="ellipse">
                <a:avLst/>
              </a:pr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555BB10-E371-35B1-97DA-CC0AD494D405}"/>
                  </a:ext>
                </a:extLst>
              </p:cNvPr>
              <p:cNvSpPr/>
              <p:nvPr/>
            </p:nvSpPr>
            <p:spPr>
              <a:xfrm rot="19291374" flipH="1">
                <a:off x="4893692" y="3910020"/>
                <a:ext cx="201935" cy="87500"/>
              </a:xfrm>
              <a:prstGeom prst="ellipse">
                <a:avLst/>
              </a:pr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0E8D8ABF-46A2-498F-3239-FB4FAB022FD7}"/>
                  </a:ext>
                </a:extLst>
              </p:cNvPr>
              <p:cNvSpPr/>
              <p:nvPr/>
            </p:nvSpPr>
            <p:spPr>
              <a:xfrm flipH="1">
                <a:off x="4631584" y="4194813"/>
                <a:ext cx="144708" cy="98451"/>
              </a:xfrm>
              <a:prstGeom prst="ellipse">
                <a:avLst/>
              </a:pr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50" name="Arrow: Right 49">
              <a:extLst>
                <a:ext uri="{FF2B5EF4-FFF2-40B4-BE49-F238E27FC236}">
                  <a16:creationId xmlns:a16="http://schemas.microsoft.com/office/drawing/2014/main" id="{6E5053BE-EE38-0A9D-C2C8-05D1F7B0353F}"/>
                </a:ext>
              </a:extLst>
            </p:cNvPr>
            <p:cNvSpPr/>
            <p:nvPr/>
          </p:nvSpPr>
          <p:spPr>
            <a:xfrm>
              <a:off x="5397499" y="5037610"/>
              <a:ext cx="369711" cy="362036"/>
            </a:xfrm>
            <a:prstGeom prst="rightArrow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46565785-A6A7-E014-8A9F-27FCB4D3DF04}"/>
                </a:ext>
              </a:extLst>
            </p:cNvPr>
            <p:cNvSpPr/>
            <p:nvPr/>
          </p:nvSpPr>
          <p:spPr>
            <a:xfrm>
              <a:off x="8676922" y="5169240"/>
              <a:ext cx="98777" cy="98777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" name="Arrow: Right 53">
              <a:extLst>
                <a:ext uri="{FF2B5EF4-FFF2-40B4-BE49-F238E27FC236}">
                  <a16:creationId xmlns:a16="http://schemas.microsoft.com/office/drawing/2014/main" id="{3495030C-E75A-CA67-CFA8-4D1E6B193B4F}"/>
                </a:ext>
              </a:extLst>
            </p:cNvPr>
            <p:cNvSpPr/>
            <p:nvPr/>
          </p:nvSpPr>
          <p:spPr>
            <a:xfrm>
              <a:off x="7832019" y="5037610"/>
              <a:ext cx="369711" cy="362036"/>
            </a:xfrm>
            <a:prstGeom prst="rightArrow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55" name="Arrow: Right 54">
              <a:extLst>
                <a:ext uri="{FF2B5EF4-FFF2-40B4-BE49-F238E27FC236}">
                  <a16:creationId xmlns:a16="http://schemas.microsoft.com/office/drawing/2014/main" id="{A68DCD73-36A5-C02E-AD8F-0427BC6A31CE}"/>
                </a:ext>
              </a:extLst>
            </p:cNvPr>
            <p:cNvSpPr/>
            <p:nvPr/>
          </p:nvSpPr>
          <p:spPr>
            <a:xfrm rot="19283583">
              <a:off x="9342615" y="4900220"/>
              <a:ext cx="369711" cy="362036"/>
            </a:xfrm>
            <a:prstGeom prst="rightArrow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C3B9BADD-B973-702E-D58C-2D9EC01CD2FF}"/>
                </a:ext>
              </a:extLst>
            </p:cNvPr>
            <p:cNvSpPr/>
            <p:nvPr/>
          </p:nvSpPr>
          <p:spPr>
            <a:xfrm>
              <a:off x="6431941" y="5048167"/>
              <a:ext cx="871052" cy="340923"/>
            </a:xfrm>
            <a:custGeom>
              <a:avLst/>
              <a:gdLst>
                <a:gd name="csX0" fmla="*/ 172059 w 871052"/>
                <a:gd name="csY0" fmla="*/ 69130 h 340923"/>
                <a:gd name="csX1" fmla="*/ 489559 w 871052"/>
                <a:gd name="csY1" fmla="*/ 5630 h 340923"/>
                <a:gd name="csX2" fmla="*/ 845159 w 871052"/>
                <a:gd name="csY2" fmla="*/ 196130 h 340923"/>
                <a:gd name="csX3" fmla="*/ 807059 w 871052"/>
                <a:gd name="csY3" fmla="*/ 335830 h 340923"/>
                <a:gd name="csX4" fmla="*/ 514959 w 871052"/>
                <a:gd name="csY4" fmla="*/ 310430 h 340923"/>
                <a:gd name="csX5" fmla="*/ 146659 w 871052"/>
                <a:gd name="csY5" fmla="*/ 310430 h 340923"/>
                <a:gd name="csX6" fmla="*/ 6959 w 871052"/>
                <a:gd name="csY6" fmla="*/ 183430 h 340923"/>
                <a:gd name="csX7" fmla="*/ 19659 w 871052"/>
                <a:gd name="csY7" fmla="*/ 145330 h 340923"/>
                <a:gd name="csX8" fmla="*/ 19659 w 871052"/>
                <a:gd name="csY8" fmla="*/ 145330 h 340923"/>
                <a:gd name="csX0" fmla="*/ 172059 w 871052"/>
                <a:gd name="csY0" fmla="*/ 69130 h 340923"/>
                <a:gd name="csX1" fmla="*/ 489559 w 871052"/>
                <a:gd name="csY1" fmla="*/ 5630 h 340923"/>
                <a:gd name="csX2" fmla="*/ 845159 w 871052"/>
                <a:gd name="csY2" fmla="*/ 196130 h 340923"/>
                <a:gd name="csX3" fmla="*/ 807059 w 871052"/>
                <a:gd name="csY3" fmla="*/ 335830 h 340923"/>
                <a:gd name="csX4" fmla="*/ 514959 w 871052"/>
                <a:gd name="csY4" fmla="*/ 310430 h 340923"/>
                <a:gd name="csX5" fmla="*/ 146659 w 871052"/>
                <a:gd name="csY5" fmla="*/ 310430 h 340923"/>
                <a:gd name="csX6" fmla="*/ 6959 w 871052"/>
                <a:gd name="csY6" fmla="*/ 183430 h 340923"/>
                <a:gd name="csX7" fmla="*/ 19659 w 871052"/>
                <a:gd name="csY7" fmla="*/ 145330 h 340923"/>
                <a:gd name="csX8" fmla="*/ 19659 w 871052"/>
                <a:gd name="csY8" fmla="*/ 145330 h 340923"/>
                <a:gd name="csX9" fmla="*/ 172059 w 871052"/>
                <a:gd name="csY9" fmla="*/ 69130 h 3409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871052" h="340923">
                  <a:moveTo>
                    <a:pt x="172059" y="69130"/>
                  </a:moveTo>
                  <a:cubicBezTo>
                    <a:pt x="274717" y="26796"/>
                    <a:pt x="377376" y="-15537"/>
                    <a:pt x="489559" y="5630"/>
                  </a:cubicBezTo>
                  <a:cubicBezTo>
                    <a:pt x="601742" y="26797"/>
                    <a:pt x="792242" y="141097"/>
                    <a:pt x="845159" y="196130"/>
                  </a:cubicBezTo>
                  <a:cubicBezTo>
                    <a:pt x="898076" y="251163"/>
                    <a:pt x="862092" y="316780"/>
                    <a:pt x="807059" y="335830"/>
                  </a:cubicBezTo>
                  <a:cubicBezTo>
                    <a:pt x="752026" y="354880"/>
                    <a:pt x="625026" y="314663"/>
                    <a:pt x="514959" y="310430"/>
                  </a:cubicBezTo>
                  <a:cubicBezTo>
                    <a:pt x="404892" y="306197"/>
                    <a:pt x="231326" y="331597"/>
                    <a:pt x="146659" y="310430"/>
                  </a:cubicBezTo>
                  <a:cubicBezTo>
                    <a:pt x="61992" y="289263"/>
                    <a:pt x="6959" y="183430"/>
                    <a:pt x="6959" y="183430"/>
                  </a:cubicBezTo>
                  <a:cubicBezTo>
                    <a:pt x="-14208" y="155913"/>
                    <a:pt x="19659" y="145330"/>
                    <a:pt x="19659" y="145330"/>
                  </a:cubicBezTo>
                  <a:lnTo>
                    <a:pt x="19659" y="145330"/>
                  </a:lnTo>
                  <a:lnTo>
                    <a:pt x="172059" y="6913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71C4528-1FA8-8528-66AA-58AF90848DA9}"/>
              </a:ext>
            </a:extLst>
          </p:cNvPr>
          <p:cNvGrpSpPr/>
          <p:nvPr/>
        </p:nvGrpSpPr>
        <p:grpSpPr>
          <a:xfrm>
            <a:off x="850196" y="2272938"/>
            <a:ext cx="8862133" cy="1019175"/>
            <a:chOff x="850196" y="2272938"/>
            <a:chExt cx="8862133" cy="1019175"/>
          </a:xfrm>
        </p:grpSpPr>
        <p:sp>
          <p:nvSpPr>
            <p:cNvPr id="2" name="Cube 1">
              <a:extLst>
                <a:ext uri="{FF2B5EF4-FFF2-40B4-BE49-F238E27FC236}">
                  <a16:creationId xmlns:a16="http://schemas.microsoft.com/office/drawing/2014/main" id="{5B21D646-F2F7-B241-DBD1-321537EC644E}"/>
                </a:ext>
              </a:extLst>
            </p:cNvPr>
            <p:cNvSpPr/>
            <p:nvPr/>
          </p:nvSpPr>
          <p:spPr>
            <a:xfrm>
              <a:off x="850196" y="2272938"/>
              <a:ext cx="1209320" cy="1019175"/>
            </a:xfrm>
            <a:prstGeom prst="cube">
              <a:avLst/>
            </a:prstGeom>
            <a:solidFill>
              <a:srgbClr val="B2B2B2"/>
            </a:solidFill>
            <a:ln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dirty="0"/>
            </a:p>
          </p:txBody>
        </p:sp>
        <p:sp>
          <p:nvSpPr>
            <p:cNvPr id="3" name="Parallelogram 2">
              <a:extLst>
                <a:ext uri="{FF2B5EF4-FFF2-40B4-BE49-F238E27FC236}">
                  <a16:creationId xmlns:a16="http://schemas.microsoft.com/office/drawing/2014/main" id="{704B5C2C-B541-96EF-C414-9AFCC6E43A98}"/>
                </a:ext>
              </a:extLst>
            </p:cNvPr>
            <p:cNvSpPr/>
            <p:nvPr/>
          </p:nvSpPr>
          <p:spPr>
            <a:xfrm>
              <a:off x="3379611" y="2536417"/>
              <a:ext cx="1542696" cy="492216"/>
            </a:xfrm>
            <a:prstGeom prst="parallelogram">
              <a:avLst>
                <a:gd name="adj" fmla="val 89967"/>
              </a:avLst>
            </a:prstGeom>
            <a:gradFill flip="none" rotWithShape="1">
              <a:gsLst>
                <a:gs pos="0">
                  <a:srgbClr val="4D4D4D"/>
                </a:gs>
                <a:gs pos="100000">
                  <a:srgbClr val="808080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dirty="0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E9FAFAD-CF06-DF9E-269A-9DDAF51D8254}"/>
                </a:ext>
              </a:extLst>
            </p:cNvPr>
            <p:cNvCxnSpPr>
              <a:cxnSpLocks/>
            </p:cNvCxnSpPr>
            <p:nvPr/>
          </p:nvCxnSpPr>
          <p:spPr>
            <a:xfrm>
              <a:off x="6242402" y="2782525"/>
              <a:ext cx="1114425" cy="0"/>
            </a:xfrm>
            <a:prstGeom prst="line">
              <a:avLst/>
            </a:prstGeom>
            <a:ln w="19050"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9C97250-609D-253F-719F-563A56317784}"/>
                </a:ext>
              </a:extLst>
            </p:cNvPr>
            <p:cNvSpPr/>
            <p:nvPr/>
          </p:nvSpPr>
          <p:spPr>
            <a:xfrm>
              <a:off x="8676922" y="2733137"/>
              <a:ext cx="98777" cy="98777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94C59C96-2147-1102-8757-E9E499D42B76}"/>
                </a:ext>
              </a:extLst>
            </p:cNvPr>
            <p:cNvSpPr/>
            <p:nvPr/>
          </p:nvSpPr>
          <p:spPr>
            <a:xfrm>
              <a:off x="2534708" y="2601507"/>
              <a:ext cx="369711" cy="362036"/>
            </a:xfrm>
            <a:prstGeom prst="rightArrow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Arrow: Right 10">
              <a:extLst>
                <a:ext uri="{FF2B5EF4-FFF2-40B4-BE49-F238E27FC236}">
                  <a16:creationId xmlns:a16="http://schemas.microsoft.com/office/drawing/2014/main" id="{0D7EADF2-3BD4-FFFA-5CAC-93130E17E671}"/>
                </a:ext>
              </a:extLst>
            </p:cNvPr>
            <p:cNvSpPr/>
            <p:nvPr/>
          </p:nvSpPr>
          <p:spPr>
            <a:xfrm>
              <a:off x="5397499" y="2601507"/>
              <a:ext cx="369711" cy="362036"/>
            </a:xfrm>
            <a:prstGeom prst="rightArrow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A677BC02-A96A-9044-5BF2-3FD43A70564A}"/>
                </a:ext>
              </a:extLst>
            </p:cNvPr>
            <p:cNvSpPr/>
            <p:nvPr/>
          </p:nvSpPr>
          <p:spPr>
            <a:xfrm>
              <a:off x="7832019" y="2601507"/>
              <a:ext cx="369711" cy="362036"/>
            </a:xfrm>
            <a:prstGeom prst="rightArrow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57" name="Arrow: Right 56">
              <a:extLst>
                <a:ext uri="{FF2B5EF4-FFF2-40B4-BE49-F238E27FC236}">
                  <a16:creationId xmlns:a16="http://schemas.microsoft.com/office/drawing/2014/main" id="{716F4F56-15A2-B1BF-EF6F-B58D31A26E7F}"/>
                </a:ext>
              </a:extLst>
            </p:cNvPr>
            <p:cNvSpPr/>
            <p:nvPr/>
          </p:nvSpPr>
          <p:spPr>
            <a:xfrm rot="2316417" flipV="1">
              <a:off x="9342618" y="2776772"/>
              <a:ext cx="369711" cy="362036"/>
            </a:xfrm>
            <a:prstGeom prst="rightArrow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29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>
            <a:extLst>
              <a:ext uri="{FF2B5EF4-FFF2-40B4-BE49-F238E27FC236}">
                <a16:creationId xmlns:a16="http://schemas.microsoft.com/office/drawing/2014/main" id="{3A339BA2-E6B7-AB67-93A4-4D5B9B669877}"/>
              </a:ext>
            </a:extLst>
          </p:cNvPr>
          <p:cNvSpPr/>
          <p:nvPr/>
        </p:nvSpPr>
        <p:spPr>
          <a:xfrm>
            <a:off x="3035776" y="3275692"/>
            <a:ext cx="1921815" cy="481255"/>
          </a:xfrm>
          <a:prstGeom prst="parallelogram">
            <a:avLst>
              <a:gd name="adj" fmla="val 105597"/>
            </a:avLst>
          </a:prstGeom>
          <a:gradFill flip="none" rotWithShape="1">
            <a:gsLst>
              <a:gs pos="0">
                <a:srgbClr val="FFCC66">
                  <a:shade val="30000"/>
                  <a:satMod val="115000"/>
                </a:srgbClr>
              </a:gs>
              <a:gs pos="50000">
                <a:srgbClr val="FFCC66">
                  <a:shade val="67500"/>
                  <a:satMod val="115000"/>
                </a:srgbClr>
              </a:gs>
              <a:gs pos="100000">
                <a:srgbClr val="FFCC66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Cylinder 2">
            <a:extLst>
              <a:ext uri="{FF2B5EF4-FFF2-40B4-BE49-F238E27FC236}">
                <a16:creationId xmlns:a16="http://schemas.microsoft.com/office/drawing/2014/main" id="{B8848B1C-1552-8E93-ABD3-A0E84ED29448}"/>
              </a:ext>
            </a:extLst>
          </p:cNvPr>
          <p:cNvSpPr/>
          <p:nvPr/>
        </p:nvSpPr>
        <p:spPr>
          <a:xfrm>
            <a:off x="3578292" y="2349871"/>
            <a:ext cx="133057" cy="1153981"/>
          </a:xfrm>
          <a:prstGeom prst="can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4C07CC19-52DE-73C4-4E9B-08B43B5711A5}"/>
              </a:ext>
            </a:extLst>
          </p:cNvPr>
          <p:cNvSpPr/>
          <p:nvPr/>
        </p:nvSpPr>
        <p:spPr>
          <a:xfrm rot="2129818">
            <a:off x="3769848" y="2463825"/>
            <a:ext cx="57267" cy="542158"/>
          </a:xfrm>
          <a:prstGeom prst="can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Cylinder 4">
            <a:extLst>
              <a:ext uri="{FF2B5EF4-FFF2-40B4-BE49-F238E27FC236}">
                <a16:creationId xmlns:a16="http://schemas.microsoft.com/office/drawing/2014/main" id="{240DB55E-ADA2-1230-2232-536D39B681DB}"/>
              </a:ext>
            </a:extLst>
          </p:cNvPr>
          <p:cNvSpPr/>
          <p:nvPr/>
        </p:nvSpPr>
        <p:spPr>
          <a:xfrm rot="18769290">
            <a:off x="3467966" y="2759292"/>
            <a:ext cx="62740" cy="370495"/>
          </a:xfrm>
          <a:prstGeom prst="can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E4837DD-A98C-43C1-839F-2E489037EFA1}"/>
              </a:ext>
            </a:extLst>
          </p:cNvPr>
          <p:cNvSpPr/>
          <p:nvPr/>
        </p:nvSpPr>
        <p:spPr>
          <a:xfrm>
            <a:off x="3176213" y="2635710"/>
            <a:ext cx="266674" cy="272999"/>
          </a:xfrm>
          <a:prstGeom prst="ellipse">
            <a:avLst/>
          </a:prstGeom>
          <a:solidFill>
            <a:srgbClr val="99C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3A6C4FC-8E2F-34D6-C195-878A625A623A}"/>
              </a:ext>
            </a:extLst>
          </p:cNvPr>
          <p:cNvSpPr/>
          <p:nvPr/>
        </p:nvSpPr>
        <p:spPr>
          <a:xfrm>
            <a:off x="3426489" y="2102496"/>
            <a:ext cx="408775" cy="395084"/>
          </a:xfrm>
          <a:prstGeom prst="ellipse">
            <a:avLst/>
          </a:prstGeom>
          <a:solidFill>
            <a:srgbClr val="99C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CDD465E-69D2-43DA-E8E9-7978D321AC89}"/>
              </a:ext>
            </a:extLst>
          </p:cNvPr>
          <p:cNvSpPr/>
          <p:nvPr/>
        </p:nvSpPr>
        <p:spPr>
          <a:xfrm>
            <a:off x="3835430" y="2365489"/>
            <a:ext cx="264675" cy="246275"/>
          </a:xfrm>
          <a:prstGeom prst="ellipse">
            <a:avLst/>
          </a:prstGeom>
          <a:solidFill>
            <a:srgbClr val="99C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Cylinder 8">
            <a:extLst>
              <a:ext uri="{FF2B5EF4-FFF2-40B4-BE49-F238E27FC236}">
                <a16:creationId xmlns:a16="http://schemas.microsoft.com/office/drawing/2014/main" id="{919C7FA6-1B29-AABD-6578-F69CA647F429}"/>
              </a:ext>
            </a:extLst>
          </p:cNvPr>
          <p:cNvSpPr/>
          <p:nvPr/>
        </p:nvSpPr>
        <p:spPr>
          <a:xfrm rot="3843812">
            <a:off x="3864059" y="2604592"/>
            <a:ext cx="27249" cy="251404"/>
          </a:xfrm>
          <a:prstGeom prst="can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F8A054-862B-27E8-DD01-4E082F27DC0F}"/>
              </a:ext>
            </a:extLst>
          </p:cNvPr>
          <p:cNvSpPr txBox="1"/>
          <p:nvPr/>
        </p:nvSpPr>
        <p:spPr>
          <a:xfrm>
            <a:off x="3750222" y="3195419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2400"/>
            </a:lvl1pPr>
          </a:lstStyle>
          <a:p>
            <a:r>
              <a:rPr lang="ja-JP" altLang="en-US" dirty="0"/>
              <a:t>🍎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1D10E0C-25A0-456F-3E54-29DB6026DD1A}"/>
              </a:ext>
            </a:extLst>
          </p:cNvPr>
          <p:cNvCxnSpPr>
            <a:cxnSpLocks/>
          </p:cNvCxnSpPr>
          <p:nvPr/>
        </p:nvCxnSpPr>
        <p:spPr>
          <a:xfrm>
            <a:off x="4923294" y="3632757"/>
            <a:ext cx="1885502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650A853-35E3-1760-D6E2-70D4A457EF25}"/>
              </a:ext>
            </a:extLst>
          </p:cNvPr>
          <p:cNvCxnSpPr>
            <a:cxnSpLocks/>
          </p:cNvCxnSpPr>
          <p:nvPr/>
        </p:nvCxnSpPr>
        <p:spPr>
          <a:xfrm rot="16200000">
            <a:off x="4403974" y="3091287"/>
            <a:ext cx="1761918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A34A61D-B410-CF2C-ECD8-8358599138F4}"/>
              </a:ext>
            </a:extLst>
          </p:cNvPr>
          <p:cNvCxnSpPr>
            <a:cxnSpLocks/>
          </p:cNvCxnSpPr>
          <p:nvPr/>
        </p:nvCxnSpPr>
        <p:spPr>
          <a:xfrm flipV="1">
            <a:off x="5284933" y="3007123"/>
            <a:ext cx="1317079" cy="625634"/>
          </a:xfrm>
          <a:prstGeom prst="straightConnector1">
            <a:avLst/>
          </a:prstGeom>
          <a:ln w="38100">
            <a:solidFill>
              <a:srgbClr val="EE000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F577C523-C48A-BE35-E301-1723C5D687FA}"/>
              </a:ext>
            </a:extLst>
          </p:cNvPr>
          <p:cNvSpPr/>
          <p:nvPr/>
        </p:nvSpPr>
        <p:spPr>
          <a:xfrm>
            <a:off x="5284933" y="3615137"/>
            <a:ext cx="17619" cy="17619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F5BE70-818F-42CF-5B5F-386CFF8922BB}"/>
              </a:ext>
            </a:extLst>
          </p:cNvPr>
          <p:cNvSpPr txBox="1"/>
          <p:nvPr/>
        </p:nvSpPr>
        <p:spPr>
          <a:xfrm>
            <a:off x="6599478" y="4111601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2400"/>
            </a:lvl1pPr>
          </a:lstStyle>
          <a:p>
            <a:r>
              <a:rPr lang="ja-JP" altLang="en-US" dirty="0"/>
              <a:t>🍎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599C5D9-74E8-389E-A21C-50E6DE3A21FF}"/>
              </a:ext>
            </a:extLst>
          </p:cNvPr>
          <p:cNvCxnSpPr>
            <a:cxnSpLocks/>
            <a:stCxn id="14" idx="4"/>
          </p:cNvCxnSpPr>
          <p:nvPr/>
        </p:nvCxnSpPr>
        <p:spPr>
          <a:xfrm>
            <a:off x="5293742" y="3632757"/>
            <a:ext cx="1296926" cy="590519"/>
          </a:xfrm>
          <a:prstGeom prst="straightConnector1">
            <a:avLst/>
          </a:prstGeom>
          <a:ln w="38100">
            <a:solidFill>
              <a:srgbClr val="7030A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F9C823A-3E4B-7AF5-76B6-0CD2DFAAED90}"/>
              </a:ext>
            </a:extLst>
          </p:cNvPr>
          <p:cNvCxnSpPr>
            <a:cxnSpLocks/>
          </p:cNvCxnSpPr>
          <p:nvPr/>
        </p:nvCxnSpPr>
        <p:spPr>
          <a:xfrm>
            <a:off x="6590669" y="3049644"/>
            <a:ext cx="0" cy="1173631"/>
          </a:xfrm>
          <a:prstGeom prst="straightConnector1">
            <a:avLst/>
          </a:prstGeom>
          <a:ln w="38100">
            <a:solidFill>
              <a:srgbClr val="00B0F0"/>
            </a:solidFill>
            <a:prstDash val="sysDot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7D35D76-CD53-BAF0-6279-FEF5A74A9C11}"/>
              </a:ext>
            </a:extLst>
          </p:cNvPr>
          <p:cNvCxnSpPr/>
          <p:nvPr/>
        </p:nvCxnSpPr>
        <p:spPr>
          <a:xfrm flipV="1">
            <a:off x="6685212" y="3007123"/>
            <a:ext cx="691906" cy="427842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1091662-5F69-F3B5-50B7-A9DECB0B2B21}"/>
              </a:ext>
            </a:extLst>
          </p:cNvPr>
          <p:cNvSpPr txBox="1"/>
          <p:nvPr/>
        </p:nvSpPr>
        <p:spPr>
          <a:xfrm>
            <a:off x="7349071" y="2805156"/>
            <a:ext cx="9060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b="1"/>
            </a:lvl1pPr>
          </a:lstStyle>
          <a:p>
            <a:r>
              <a:rPr lang="en-US" altLang="ja-JP" sz="1200" dirty="0">
                <a:latin typeface="Verdana" panose="020B0604030504040204" pitchFamily="34" charset="0"/>
                <a:ea typeface="Verdana" panose="020B0604030504040204" pitchFamily="34" charset="0"/>
              </a:rPr>
              <a:t>Gravity?</a:t>
            </a:r>
            <a:endParaRPr lang="ja-JP" altLang="en-US" sz="1200" dirty="0">
              <a:latin typeface="Verdana" panose="020B0604030504040204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90AD915-FCD1-FF7D-FC2A-604E62AE9A6B}"/>
              </a:ext>
            </a:extLst>
          </p:cNvPr>
          <p:cNvCxnSpPr>
            <a:cxnSpLocks/>
          </p:cNvCxnSpPr>
          <p:nvPr/>
        </p:nvCxnSpPr>
        <p:spPr>
          <a:xfrm flipV="1">
            <a:off x="6934489" y="4026913"/>
            <a:ext cx="288656" cy="196361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BD24FBA-A88E-CE9F-8749-80E4451E23BC}"/>
              </a:ext>
            </a:extLst>
          </p:cNvPr>
          <p:cNvSpPr txBox="1"/>
          <p:nvPr/>
        </p:nvSpPr>
        <p:spPr>
          <a:xfrm>
            <a:off x="7223145" y="3742269"/>
            <a:ext cx="10262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2400"/>
            </a:lvl1pPr>
          </a:lstStyle>
          <a:p>
            <a:r>
              <a:rPr lang="en-US" altLang="ja-JP" sz="1200" b="1" dirty="0">
                <a:latin typeface="Verdana" panose="020B0604030504040204" pitchFamily="34" charset="0"/>
                <a:ea typeface="Verdana" panose="020B0604030504040204" pitchFamily="34" charset="0"/>
              </a:rPr>
              <a:t>has fallen</a:t>
            </a:r>
            <a:endParaRPr lang="ja-JP" altLang="en-US" sz="1200" b="1" dirty="0">
              <a:latin typeface="Verdana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28A6AF-2061-EA46-C1F6-0DC071B34BE4}"/>
              </a:ext>
            </a:extLst>
          </p:cNvPr>
          <p:cNvSpPr txBox="1"/>
          <p:nvPr/>
        </p:nvSpPr>
        <p:spPr>
          <a:xfrm>
            <a:off x="2603291" y="1673483"/>
            <a:ext cx="11641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b="1" dirty="0">
                <a:latin typeface="Verdana" panose="020B0604030504040204" pitchFamily="34" charset="0"/>
                <a:ea typeface="Verdana" panose="020B0604030504040204" pitchFamily="34" charset="0"/>
              </a:rPr>
              <a:t>Induction</a:t>
            </a:r>
          </a:p>
        </p:txBody>
      </p:sp>
    </p:spTree>
    <p:extLst>
      <p:ext uri="{BB962C8B-B14F-4D97-AF65-F5344CB8AC3E}">
        <p14:creationId xmlns:p14="http://schemas.microsoft.com/office/powerpoint/2010/main" val="163518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1E91B-1904-D961-7417-63836F095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A479AD-D935-2584-C408-165BED4A483D}"/>
              </a:ext>
            </a:extLst>
          </p:cNvPr>
          <p:cNvGrpSpPr/>
          <p:nvPr/>
        </p:nvGrpSpPr>
        <p:grpSpPr>
          <a:xfrm>
            <a:off x="1467859" y="1530133"/>
            <a:ext cx="8967527" cy="4180856"/>
            <a:chOff x="1467859" y="1530133"/>
            <a:chExt cx="8967527" cy="4180856"/>
          </a:xfrm>
        </p:grpSpPr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AD39E063-F790-60A9-0003-949CC771D28C}"/>
                </a:ext>
              </a:extLst>
            </p:cNvPr>
            <p:cNvSpPr/>
            <p:nvPr/>
          </p:nvSpPr>
          <p:spPr>
            <a:xfrm>
              <a:off x="1981903" y="3709448"/>
              <a:ext cx="2123367" cy="531728"/>
            </a:xfrm>
            <a:prstGeom prst="parallelogram">
              <a:avLst>
                <a:gd name="adj" fmla="val 105597"/>
              </a:avLst>
            </a:prstGeom>
            <a:gradFill flip="none" rotWithShape="1">
              <a:gsLst>
                <a:gs pos="0">
                  <a:srgbClr val="FFCC66">
                    <a:shade val="30000"/>
                    <a:satMod val="115000"/>
                  </a:srgbClr>
                </a:gs>
                <a:gs pos="50000">
                  <a:srgbClr val="FFCC66">
                    <a:shade val="67500"/>
                    <a:satMod val="115000"/>
                  </a:srgbClr>
                </a:gs>
                <a:gs pos="100000">
                  <a:srgbClr val="FFCC66">
                    <a:shade val="100000"/>
                    <a:satMod val="115000"/>
                  </a:srgb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Cylinder 7">
              <a:extLst>
                <a:ext uri="{FF2B5EF4-FFF2-40B4-BE49-F238E27FC236}">
                  <a16:creationId xmlns:a16="http://schemas.microsoft.com/office/drawing/2014/main" id="{450253F7-5288-8855-F68B-FE71C2BF422D}"/>
                </a:ext>
              </a:extLst>
            </p:cNvPr>
            <p:cNvSpPr/>
            <p:nvPr/>
          </p:nvSpPr>
          <p:spPr>
            <a:xfrm>
              <a:off x="2599404" y="2352466"/>
              <a:ext cx="193199" cy="1675582"/>
            </a:xfrm>
            <a:prstGeom prst="can">
              <a:avLst/>
            </a:prstGeom>
            <a:solidFill>
              <a:srgbClr val="8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Cylinder 8">
              <a:extLst>
                <a:ext uri="{FF2B5EF4-FFF2-40B4-BE49-F238E27FC236}">
                  <a16:creationId xmlns:a16="http://schemas.microsoft.com/office/drawing/2014/main" id="{ABAFC550-6CC7-D4F5-89DA-652833C1BE30}"/>
                </a:ext>
              </a:extLst>
            </p:cNvPr>
            <p:cNvSpPr/>
            <p:nvPr/>
          </p:nvSpPr>
          <p:spPr>
            <a:xfrm rot="2129818">
              <a:off x="2877542" y="2517927"/>
              <a:ext cx="83151" cy="787214"/>
            </a:xfrm>
            <a:prstGeom prst="can">
              <a:avLst/>
            </a:prstGeom>
            <a:solidFill>
              <a:srgbClr val="8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Cylinder 9">
              <a:extLst>
                <a:ext uri="{FF2B5EF4-FFF2-40B4-BE49-F238E27FC236}">
                  <a16:creationId xmlns:a16="http://schemas.microsoft.com/office/drawing/2014/main" id="{0080F3A1-4775-B911-62FD-28339D2A4990}"/>
                </a:ext>
              </a:extLst>
            </p:cNvPr>
            <p:cNvSpPr/>
            <p:nvPr/>
          </p:nvSpPr>
          <p:spPr>
            <a:xfrm rot="18769290">
              <a:off x="2439210" y="2946945"/>
              <a:ext cx="91098" cy="537959"/>
            </a:xfrm>
            <a:prstGeom prst="can">
              <a:avLst/>
            </a:prstGeom>
            <a:solidFill>
              <a:srgbClr val="8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24FB86A-E5B0-0D8D-85BF-7C7E5A022F8D}"/>
                </a:ext>
              </a:extLst>
            </p:cNvPr>
            <p:cNvSpPr/>
            <p:nvPr/>
          </p:nvSpPr>
          <p:spPr>
            <a:xfrm>
              <a:off x="2015585" y="2767505"/>
              <a:ext cx="387211" cy="396395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23AEE02-D220-77F1-7B1C-AE307878EFDA}"/>
                </a:ext>
              </a:extLst>
            </p:cNvPr>
            <p:cNvSpPr/>
            <p:nvPr/>
          </p:nvSpPr>
          <p:spPr>
            <a:xfrm>
              <a:off x="2378986" y="1993277"/>
              <a:ext cx="593541" cy="573662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29B2ECC-F913-075C-3E53-7904BC0CF61A}"/>
                </a:ext>
              </a:extLst>
            </p:cNvPr>
            <p:cNvSpPr/>
            <p:nvPr/>
          </p:nvSpPr>
          <p:spPr>
            <a:xfrm>
              <a:off x="2972769" y="2375145"/>
              <a:ext cx="384307" cy="357592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Cylinder 21">
              <a:extLst>
                <a:ext uri="{FF2B5EF4-FFF2-40B4-BE49-F238E27FC236}">
                  <a16:creationId xmlns:a16="http://schemas.microsoft.com/office/drawing/2014/main" id="{0A5732DC-EA3C-CE38-9CD5-DB3C7FF930BE}"/>
                </a:ext>
              </a:extLst>
            </p:cNvPr>
            <p:cNvSpPr/>
            <p:nvPr/>
          </p:nvSpPr>
          <p:spPr>
            <a:xfrm rot="3843812">
              <a:off x="3014337" y="2722321"/>
              <a:ext cx="39565" cy="365039"/>
            </a:xfrm>
            <a:prstGeom prst="can">
              <a:avLst/>
            </a:prstGeom>
            <a:solidFill>
              <a:srgbClr val="8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0CB673F-C2DB-BB8A-A5DF-BA717D21339A}"/>
                </a:ext>
              </a:extLst>
            </p:cNvPr>
            <p:cNvSpPr txBox="1"/>
            <p:nvPr/>
          </p:nvSpPr>
          <p:spPr>
            <a:xfrm>
              <a:off x="2972527" y="3666413"/>
              <a:ext cx="67839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ja-JP"/>
              </a:defPPr>
              <a:lvl1pPr>
                <a:defRPr sz="2400"/>
              </a:lvl1pPr>
            </a:lstStyle>
            <a:p>
              <a:r>
                <a:rPr lang="ja-JP" altLang="en-US" sz="2800" dirty="0"/>
                <a:t>🍎</a:t>
              </a:r>
            </a:p>
          </p:txBody>
        </p: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9F2612D0-925A-375F-43B5-E7E0196292E7}"/>
                </a:ext>
              </a:extLst>
            </p:cNvPr>
            <p:cNvCxnSpPr>
              <a:cxnSpLocks/>
            </p:cNvCxnSpPr>
            <p:nvPr/>
          </p:nvCxnSpPr>
          <p:spPr>
            <a:xfrm>
              <a:off x="4552347" y="4215216"/>
              <a:ext cx="2558305" cy="0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28B66F5B-727D-84D4-29FC-A8B40DA2D47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798294" y="3429001"/>
              <a:ext cx="2558305" cy="0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3CE30C9C-15CE-D50D-36FA-0B5737F1A3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77446" y="3306796"/>
              <a:ext cx="1912399" cy="908420"/>
            </a:xfrm>
            <a:prstGeom prst="straightConnector1">
              <a:avLst/>
            </a:prstGeom>
            <a:ln w="38100">
              <a:solidFill>
                <a:srgbClr val="EE0000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347EA286-88E9-3C3B-6E0F-38DF1B4E43AE}"/>
                </a:ext>
              </a:extLst>
            </p:cNvPr>
            <p:cNvSpPr/>
            <p:nvPr/>
          </p:nvSpPr>
          <p:spPr>
            <a:xfrm>
              <a:off x="5077446" y="4189633"/>
              <a:ext cx="25583" cy="2558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13DE6AAA-18E1-9268-7FF6-9BA1DE517EAC}"/>
                </a:ext>
              </a:extLst>
            </p:cNvPr>
            <p:cNvSpPr txBox="1"/>
            <p:nvPr/>
          </p:nvSpPr>
          <p:spPr>
            <a:xfrm>
              <a:off x="6986166" y="4910499"/>
              <a:ext cx="60785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ja-JP"/>
              </a:defPPr>
              <a:lvl1pPr>
                <a:defRPr sz="2400"/>
              </a:lvl1pPr>
            </a:lstStyle>
            <a:p>
              <a:r>
                <a:rPr lang="ja-JP" altLang="en-US" dirty="0"/>
                <a:t>🍎</a:t>
              </a:r>
            </a:p>
          </p:txBody>
        </p: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2B2DF6A8-6C93-DDD2-E405-E280D6EA97EA}"/>
                </a:ext>
              </a:extLst>
            </p:cNvPr>
            <p:cNvCxnSpPr>
              <a:cxnSpLocks/>
              <a:stCxn id="85" idx="4"/>
            </p:cNvCxnSpPr>
            <p:nvPr/>
          </p:nvCxnSpPr>
          <p:spPr>
            <a:xfrm>
              <a:off x="5090238" y="4215216"/>
              <a:ext cx="1883137" cy="857433"/>
            </a:xfrm>
            <a:prstGeom prst="straightConnector1">
              <a:avLst/>
            </a:prstGeom>
            <a:ln w="38100">
              <a:solidFill>
                <a:srgbClr val="7030A0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6E83F1BD-A5B2-2AB1-0DEF-8DC64E8275E6}"/>
                </a:ext>
              </a:extLst>
            </p:cNvPr>
            <p:cNvCxnSpPr>
              <a:cxnSpLocks/>
            </p:cNvCxnSpPr>
            <p:nvPr/>
          </p:nvCxnSpPr>
          <p:spPr>
            <a:xfrm>
              <a:off x="6973375" y="3368536"/>
              <a:ext cx="0" cy="1704113"/>
            </a:xfrm>
            <a:prstGeom prst="straightConnector1">
              <a:avLst/>
            </a:prstGeom>
            <a:ln w="38100">
              <a:solidFill>
                <a:srgbClr val="00B0F0"/>
              </a:solidFill>
              <a:prstDash val="sysDot"/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ED3C0A1C-5025-2348-FDDA-F204C78DB39C}"/>
                </a:ext>
              </a:extLst>
            </p:cNvPr>
            <p:cNvCxnSpPr/>
            <p:nvPr/>
          </p:nvCxnSpPr>
          <p:spPr>
            <a:xfrm flipV="1">
              <a:off x="7110652" y="3306796"/>
              <a:ext cx="1004648" cy="621227"/>
            </a:xfrm>
            <a:prstGeom prst="line">
              <a:avLst/>
            </a:prstGeom>
            <a:ln w="635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D107334E-3317-C80F-FEA5-EDFC95C96F91}"/>
                </a:ext>
              </a:extLst>
            </p:cNvPr>
            <p:cNvSpPr txBox="1"/>
            <p:nvPr/>
          </p:nvSpPr>
          <p:spPr>
            <a:xfrm>
              <a:off x="8115300" y="2971078"/>
              <a:ext cx="44755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ja-JP"/>
              </a:defPPr>
              <a:lvl1pPr>
                <a:defRPr sz="2400"/>
              </a:lvl1pPr>
            </a:lstStyle>
            <a:p>
              <a:r>
                <a:rPr lang="en-US" altLang="ja-JP" sz="3600" b="1" dirty="0"/>
                <a:t>?</a:t>
              </a:r>
              <a:endParaRPr lang="ja-JP" altLang="en-US" sz="3600" b="1" dirty="0"/>
            </a:p>
          </p:txBody>
        </p: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C7FBCDE2-A083-3251-FC7E-F799DEDA847F}"/>
                </a:ext>
              </a:extLst>
            </p:cNvPr>
            <p:cNvCxnSpPr/>
            <p:nvPr/>
          </p:nvCxnSpPr>
          <p:spPr>
            <a:xfrm flipV="1">
              <a:off x="7472602" y="4451422"/>
              <a:ext cx="1004648" cy="621227"/>
            </a:xfrm>
            <a:prstGeom prst="line">
              <a:avLst/>
            </a:prstGeom>
            <a:ln w="635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8B10E7E1-2584-38BF-F2FA-AEBA3F26DEC3}"/>
                </a:ext>
              </a:extLst>
            </p:cNvPr>
            <p:cNvSpPr txBox="1"/>
            <p:nvPr/>
          </p:nvSpPr>
          <p:spPr>
            <a:xfrm>
              <a:off x="8537180" y="4120712"/>
              <a:ext cx="16498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ja-JP"/>
              </a:defPPr>
              <a:lvl1pPr>
                <a:defRPr sz="2400"/>
              </a:lvl1pPr>
            </a:lstStyle>
            <a:p>
              <a:r>
                <a:rPr lang="en-US" altLang="ja-JP" b="1" dirty="0"/>
                <a:t>has fallen</a:t>
              </a:r>
              <a:endParaRPr lang="ja-JP" altLang="en-US" b="1" dirty="0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7EAF557-2D60-FB57-457C-91335CA99B93}"/>
                </a:ext>
              </a:extLst>
            </p:cNvPr>
            <p:cNvSpPr/>
            <p:nvPr/>
          </p:nvSpPr>
          <p:spPr>
            <a:xfrm>
              <a:off x="1467859" y="1530133"/>
              <a:ext cx="8967527" cy="4180856"/>
            </a:xfrm>
            <a:prstGeom prst="rect">
              <a:avLst/>
            </a:prstGeom>
            <a:noFill/>
            <a:ln w="3175">
              <a:solidFill>
                <a:srgbClr val="B2B2B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39860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C043A-D737-5003-9A2F-D8CDCBA2F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E82A463-88D9-B065-4F23-4041711A24BC}"/>
              </a:ext>
            </a:extLst>
          </p:cNvPr>
          <p:cNvCxnSpPr>
            <a:cxnSpLocks/>
          </p:cNvCxnSpPr>
          <p:nvPr/>
        </p:nvCxnSpPr>
        <p:spPr>
          <a:xfrm>
            <a:off x="5027896" y="3647592"/>
            <a:ext cx="2558305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88D5EDF-67DE-4568-497F-A475CDD4A89F}"/>
              </a:ext>
            </a:extLst>
          </p:cNvPr>
          <p:cNvCxnSpPr>
            <a:cxnSpLocks/>
          </p:cNvCxnSpPr>
          <p:nvPr/>
        </p:nvCxnSpPr>
        <p:spPr>
          <a:xfrm rot="16200000">
            <a:off x="4273843" y="2861377"/>
            <a:ext cx="2558305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>
            <a:extLst>
              <a:ext uri="{FF2B5EF4-FFF2-40B4-BE49-F238E27FC236}">
                <a16:creationId xmlns:a16="http://schemas.microsoft.com/office/drawing/2014/main" id="{B07CCB99-D92A-853F-3234-F742EC667305}"/>
              </a:ext>
            </a:extLst>
          </p:cNvPr>
          <p:cNvSpPr/>
          <p:nvPr/>
        </p:nvSpPr>
        <p:spPr>
          <a:xfrm>
            <a:off x="5552995" y="3622009"/>
            <a:ext cx="25583" cy="2558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A2A5862-DF3E-F3E6-1194-DCC54B150E02}"/>
              </a:ext>
            </a:extLst>
          </p:cNvPr>
          <p:cNvCxnSpPr>
            <a:cxnSpLocks/>
          </p:cNvCxnSpPr>
          <p:nvPr/>
        </p:nvCxnSpPr>
        <p:spPr>
          <a:xfrm flipV="1">
            <a:off x="5309925" y="2456931"/>
            <a:ext cx="1196320" cy="906019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C228BB29-34C3-B42A-2C3E-D7C4EEA285B0}"/>
              </a:ext>
            </a:extLst>
          </p:cNvPr>
          <p:cNvCxnSpPr>
            <a:cxnSpLocks/>
          </p:cNvCxnSpPr>
          <p:nvPr/>
        </p:nvCxnSpPr>
        <p:spPr>
          <a:xfrm>
            <a:off x="5212757" y="3193382"/>
            <a:ext cx="674998" cy="891274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02DFED42-EAAA-817A-0FAD-DC83DC1DB605}"/>
              </a:ext>
            </a:extLst>
          </p:cNvPr>
          <p:cNvCxnSpPr>
            <a:cxnSpLocks/>
          </p:cNvCxnSpPr>
          <p:nvPr/>
        </p:nvCxnSpPr>
        <p:spPr>
          <a:xfrm flipV="1">
            <a:off x="5819446" y="2756446"/>
            <a:ext cx="1624779" cy="1230507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75723CA5-E06D-20FF-5FCA-937C7055D990}"/>
              </a:ext>
            </a:extLst>
          </p:cNvPr>
          <p:cNvSpPr txBox="1"/>
          <p:nvPr/>
        </p:nvSpPr>
        <p:spPr>
          <a:xfrm>
            <a:off x="5870024" y="3907633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2400"/>
            </a:lvl1pPr>
          </a:lstStyle>
          <a:p>
            <a:r>
              <a:rPr lang="ja-JP" altLang="en-US" dirty="0"/>
              <a:t>🍎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2123273-F21F-369C-1D5E-1C5611E5C806}"/>
              </a:ext>
            </a:extLst>
          </p:cNvPr>
          <p:cNvSpPr txBox="1"/>
          <p:nvPr/>
        </p:nvSpPr>
        <p:spPr>
          <a:xfrm>
            <a:off x="4908827" y="2746684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2400"/>
            </a:lvl1pPr>
          </a:lstStyle>
          <a:p>
            <a:r>
              <a:rPr lang="ja-JP" altLang="en-US" dirty="0"/>
              <a:t>🍊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B03489B-DBCD-1D00-15AC-52D9EC945B55}"/>
              </a:ext>
            </a:extLst>
          </p:cNvPr>
          <p:cNvCxnSpPr>
            <a:cxnSpLocks/>
          </p:cNvCxnSpPr>
          <p:nvPr/>
        </p:nvCxnSpPr>
        <p:spPr>
          <a:xfrm>
            <a:off x="687702" y="3647592"/>
            <a:ext cx="2558305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4A647CD-80F4-FDBF-742B-1D3A29332F74}"/>
              </a:ext>
            </a:extLst>
          </p:cNvPr>
          <p:cNvCxnSpPr>
            <a:cxnSpLocks/>
          </p:cNvCxnSpPr>
          <p:nvPr/>
        </p:nvCxnSpPr>
        <p:spPr>
          <a:xfrm rot="16200000">
            <a:off x="-66351" y="2861377"/>
            <a:ext cx="2558305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6590F8E-B417-2898-40D3-5675C355E935}"/>
              </a:ext>
            </a:extLst>
          </p:cNvPr>
          <p:cNvCxnSpPr>
            <a:cxnSpLocks/>
          </p:cNvCxnSpPr>
          <p:nvPr/>
        </p:nvCxnSpPr>
        <p:spPr>
          <a:xfrm flipV="1">
            <a:off x="1212801" y="2739172"/>
            <a:ext cx="1912399" cy="908420"/>
          </a:xfrm>
          <a:prstGeom prst="straightConnector1">
            <a:avLst/>
          </a:prstGeom>
          <a:ln w="38100">
            <a:solidFill>
              <a:srgbClr val="EE000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14B3030-C4D4-55EF-1ACB-970F51655424}"/>
              </a:ext>
            </a:extLst>
          </p:cNvPr>
          <p:cNvCxnSpPr>
            <a:cxnSpLocks/>
          </p:cNvCxnSpPr>
          <p:nvPr/>
        </p:nvCxnSpPr>
        <p:spPr>
          <a:xfrm flipV="1">
            <a:off x="1212801" y="2439657"/>
            <a:ext cx="973786" cy="1207935"/>
          </a:xfrm>
          <a:prstGeom prst="straightConnector1">
            <a:avLst/>
          </a:prstGeom>
          <a:ln w="38100">
            <a:solidFill>
              <a:srgbClr val="FFC00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14AB4FE1-0D99-DFE7-1D5A-DE67D876541C}"/>
              </a:ext>
            </a:extLst>
          </p:cNvPr>
          <p:cNvSpPr/>
          <p:nvPr/>
        </p:nvSpPr>
        <p:spPr>
          <a:xfrm>
            <a:off x="1212801" y="3622009"/>
            <a:ext cx="25583" cy="2558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EC7C66D-C21A-D6FE-4132-F116B5D521BA}"/>
              </a:ext>
            </a:extLst>
          </p:cNvPr>
          <p:cNvCxnSpPr>
            <a:cxnSpLocks/>
          </p:cNvCxnSpPr>
          <p:nvPr/>
        </p:nvCxnSpPr>
        <p:spPr>
          <a:xfrm flipV="1">
            <a:off x="969731" y="2456931"/>
            <a:ext cx="1196320" cy="906019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5EB00D5-33CE-FC2A-F6CA-D110121BE540}"/>
              </a:ext>
            </a:extLst>
          </p:cNvPr>
          <p:cNvCxnSpPr>
            <a:cxnSpLocks/>
          </p:cNvCxnSpPr>
          <p:nvPr/>
        </p:nvCxnSpPr>
        <p:spPr>
          <a:xfrm>
            <a:off x="872563" y="3193382"/>
            <a:ext cx="674998" cy="891274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34FD972-ED37-7C23-6527-D3A86A54EE8C}"/>
              </a:ext>
            </a:extLst>
          </p:cNvPr>
          <p:cNvCxnSpPr>
            <a:cxnSpLocks/>
          </p:cNvCxnSpPr>
          <p:nvPr/>
        </p:nvCxnSpPr>
        <p:spPr>
          <a:xfrm flipV="1">
            <a:off x="1479252" y="2756446"/>
            <a:ext cx="1624779" cy="1230507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CB59B259-3B47-E83C-792A-40017A095844}"/>
              </a:ext>
            </a:extLst>
          </p:cNvPr>
          <p:cNvSpPr txBox="1"/>
          <p:nvPr/>
        </p:nvSpPr>
        <p:spPr>
          <a:xfrm>
            <a:off x="2068440" y="2111579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2400"/>
            </a:lvl1pPr>
          </a:lstStyle>
          <a:p>
            <a:r>
              <a:rPr lang="ja-JP" altLang="en-US" dirty="0"/>
              <a:t>🍊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0130AA32-FD2E-EB32-64AC-6527CA1BDDFE}"/>
              </a:ext>
            </a:extLst>
          </p:cNvPr>
          <p:cNvCxnSpPr>
            <a:cxnSpLocks/>
          </p:cNvCxnSpPr>
          <p:nvPr/>
        </p:nvCxnSpPr>
        <p:spPr>
          <a:xfrm flipH="1" flipV="1">
            <a:off x="5299233" y="3307080"/>
            <a:ext cx="262558" cy="346684"/>
          </a:xfrm>
          <a:prstGeom prst="line">
            <a:avLst/>
          </a:prstGeom>
          <a:ln w="38100">
            <a:solidFill>
              <a:srgbClr val="FFC00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920FA45-4B5F-481E-93B8-9176F19C1B1F}"/>
              </a:ext>
            </a:extLst>
          </p:cNvPr>
          <p:cNvCxnSpPr>
            <a:cxnSpLocks/>
          </p:cNvCxnSpPr>
          <p:nvPr/>
        </p:nvCxnSpPr>
        <p:spPr>
          <a:xfrm>
            <a:off x="5570586" y="3653764"/>
            <a:ext cx="248859" cy="328596"/>
          </a:xfrm>
          <a:prstGeom prst="line">
            <a:avLst/>
          </a:prstGeom>
          <a:ln w="38100">
            <a:solidFill>
              <a:srgbClr val="EE000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F3E5A00D-A3F7-CCD9-4B24-C43EADCFA2FC}"/>
              </a:ext>
            </a:extLst>
          </p:cNvPr>
          <p:cNvCxnSpPr>
            <a:cxnSpLocks/>
          </p:cNvCxnSpPr>
          <p:nvPr/>
        </p:nvCxnSpPr>
        <p:spPr>
          <a:xfrm rot="18436890">
            <a:off x="9996046" y="3193382"/>
            <a:ext cx="674998" cy="891274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125F8B79-D0E0-428E-9889-D1E37B1BB10A}"/>
              </a:ext>
            </a:extLst>
          </p:cNvPr>
          <p:cNvCxnSpPr>
            <a:cxnSpLocks/>
          </p:cNvCxnSpPr>
          <p:nvPr/>
        </p:nvCxnSpPr>
        <p:spPr>
          <a:xfrm rot="18436890" flipH="1" flipV="1">
            <a:off x="10003543" y="3464887"/>
            <a:ext cx="262558" cy="346684"/>
          </a:xfrm>
          <a:prstGeom prst="line">
            <a:avLst/>
          </a:prstGeom>
          <a:ln w="38100">
            <a:solidFill>
              <a:srgbClr val="FFC00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A81F13DE-EBFA-3C9B-F85A-5A8434FB514B}"/>
              </a:ext>
            </a:extLst>
          </p:cNvPr>
          <p:cNvCxnSpPr>
            <a:cxnSpLocks/>
          </p:cNvCxnSpPr>
          <p:nvPr/>
        </p:nvCxnSpPr>
        <p:spPr>
          <a:xfrm rot="18436890">
            <a:off x="10439261" y="3467993"/>
            <a:ext cx="248859" cy="328596"/>
          </a:xfrm>
          <a:prstGeom prst="line">
            <a:avLst/>
          </a:prstGeom>
          <a:ln w="38100">
            <a:solidFill>
              <a:srgbClr val="EE000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9245700B-6C81-C219-DD6B-8E60192679BB}"/>
              </a:ext>
            </a:extLst>
          </p:cNvPr>
          <p:cNvSpPr txBox="1"/>
          <p:nvPr/>
        </p:nvSpPr>
        <p:spPr>
          <a:xfrm>
            <a:off x="10527245" y="3140866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2400"/>
            </a:lvl1pPr>
          </a:lstStyle>
          <a:p>
            <a:r>
              <a:rPr lang="ja-JP" altLang="en-US" dirty="0"/>
              <a:t>🍎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F7D2DB5-E253-FE3A-6154-5E5B6075B45F}"/>
              </a:ext>
            </a:extLst>
          </p:cNvPr>
          <p:cNvSpPr txBox="1"/>
          <p:nvPr/>
        </p:nvSpPr>
        <p:spPr>
          <a:xfrm>
            <a:off x="9328625" y="3140866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2400"/>
            </a:lvl1pPr>
          </a:lstStyle>
          <a:p>
            <a:r>
              <a:rPr lang="ja-JP" altLang="en-US" dirty="0"/>
              <a:t>🍊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0C97E9C-5F7E-6C0B-64C6-1342DBBB2725}"/>
              </a:ext>
            </a:extLst>
          </p:cNvPr>
          <p:cNvSpPr txBox="1"/>
          <p:nvPr/>
        </p:nvSpPr>
        <p:spPr>
          <a:xfrm>
            <a:off x="3081323" y="2414994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2400"/>
            </a:lvl1pPr>
          </a:lstStyle>
          <a:p>
            <a:r>
              <a:rPr lang="ja-JP" altLang="en-US" dirty="0"/>
              <a:t>🍎</a:t>
            </a:r>
          </a:p>
        </p:txBody>
      </p:sp>
      <p:sp>
        <p:nvSpPr>
          <p:cNvPr id="91" name="Arrow: Right 90">
            <a:extLst>
              <a:ext uri="{FF2B5EF4-FFF2-40B4-BE49-F238E27FC236}">
                <a16:creationId xmlns:a16="http://schemas.microsoft.com/office/drawing/2014/main" id="{5432A4FC-A565-479D-4628-2D3F6E33DEEB}"/>
              </a:ext>
            </a:extLst>
          </p:cNvPr>
          <p:cNvSpPr/>
          <p:nvPr/>
        </p:nvSpPr>
        <p:spPr>
          <a:xfrm>
            <a:off x="4285835" y="2670130"/>
            <a:ext cx="369711" cy="362036"/>
          </a:xfrm>
          <a:prstGeom prst="rightArrow">
            <a:avLst/>
          </a:prstGeom>
          <a:solidFill>
            <a:srgbClr val="B2B2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92" name="Arrow: Curved Down 91">
            <a:extLst>
              <a:ext uri="{FF2B5EF4-FFF2-40B4-BE49-F238E27FC236}">
                <a16:creationId xmlns:a16="http://schemas.microsoft.com/office/drawing/2014/main" id="{3A880D99-62C8-1729-92C8-4B41ADD2A45E}"/>
              </a:ext>
            </a:extLst>
          </p:cNvPr>
          <p:cNvSpPr/>
          <p:nvPr/>
        </p:nvSpPr>
        <p:spPr>
          <a:xfrm>
            <a:off x="8222428" y="2670130"/>
            <a:ext cx="743481" cy="461666"/>
          </a:xfrm>
          <a:prstGeom prst="curvedDownArrow">
            <a:avLst/>
          </a:prstGeom>
          <a:solidFill>
            <a:srgbClr val="B2B2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0064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58F95-4347-DA5A-3387-F7A33C1B3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FC8A0CC-D694-338D-8C1F-37E8E1CE4285}"/>
              </a:ext>
            </a:extLst>
          </p:cNvPr>
          <p:cNvGrpSpPr/>
          <p:nvPr/>
        </p:nvGrpSpPr>
        <p:grpSpPr>
          <a:xfrm>
            <a:off x="1467859" y="1530133"/>
            <a:ext cx="8967527" cy="4180856"/>
            <a:chOff x="1467859" y="1530133"/>
            <a:chExt cx="8967527" cy="4180856"/>
          </a:xfrm>
        </p:grpSpPr>
        <p:sp>
          <p:nvSpPr>
            <p:cNvPr id="3" name="Parallelogram 2">
              <a:extLst>
                <a:ext uri="{FF2B5EF4-FFF2-40B4-BE49-F238E27FC236}">
                  <a16:creationId xmlns:a16="http://schemas.microsoft.com/office/drawing/2014/main" id="{FDE651B6-BA99-4BAE-8EA9-669661934F10}"/>
                </a:ext>
              </a:extLst>
            </p:cNvPr>
            <p:cNvSpPr/>
            <p:nvPr/>
          </p:nvSpPr>
          <p:spPr>
            <a:xfrm>
              <a:off x="1981903" y="3709448"/>
              <a:ext cx="2123367" cy="531728"/>
            </a:xfrm>
            <a:prstGeom prst="parallelogram">
              <a:avLst>
                <a:gd name="adj" fmla="val 105597"/>
              </a:avLst>
            </a:prstGeom>
            <a:gradFill flip="none" rotWithShape="1">
              <a:gsLst>
                <a:gs pos="0">
                  <a:srgbClr val="FFCC66">
                    <a:shade val="30000"/>
                    <a:satMod val="115000"/>
                  </a:srgbClr>
                </a:gs>
                <a:gs pos="50000">
                  <a:srgbClr val="FFCC66">
                    <a:shade val="67500"/>
                    <a:satMod val="115000"/>
                  </a:srgbClr>
                </a:gs>
                <a:gs pos="100000">
                  <a:srgbClr val="FFCC66">
                    <a:shade val="100000"/>
                    <a:satMod val="115000"/>
                  </a:srgb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Cylinder 7">
              <a:extLst>
                <a:ext uri="{FF2B5EF4-FFF2-40B4-BE49-F238E27FC236}">
                  <a16:creationId xmlns:a16="http://schemas.microsoft.com/office/drawing/2014/main" id="{94DBFE1E-6F39-4708-4854-4847FD63422D}"/>
                </a:ext>
              </a:extLst>
            </p:cNvPr>
            <p:cNvSpPr/>
            <p:nvPr/>
          </p:nvSpPr>
          <p:spPr>
            <a:xfrm>
              <a:off x="2599404" y="2352466"/>
              <a:ext cx="193199" cy="1675582"/>
            </a:xfrm>
            <a:prstGeom prst="can">
              <a:avLst/>
            </a:prstGeom>
            <a:solidFill>
              <a:srgbClr val="8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Cylinder 8">
              <a:extLst>
                <a:ext uri="{FF2B5EF4-FFF2-40B4-BE49-F238E27FC236}">
                  <a16:creationId xmlns:a16="http://schemas.microsoft.com/office/drawing/2014/main" id="{207DB77E-7978-8A53-4432-06C604879DED}"/>
                </a:ext>
              </a:extLst>
            </p:cNvPr>
            <p:cNvSpPr/>
            <p:nvPr/>
          </p:nvSpPr>
          <p:spPr>
            <a:xfrm rot="2129818">
              <a:off x="2877542" y="2517927"/>
              <a:ext cx="83151" cy="787214"/>
            </a:xfrm>
            <a:prstGeom prst="can">
              <a:avLst/>
            </a:prstGeom>
            <a:solidFill>
              <a:srgbClr val="8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Cylinder 9">
              <a:extLst>
                <a:ext uri="{FF2B5EF4-FFF2-40B4-BE49-F238E27FC236}">
                  <a16:creationId xmlns:a16="http://schemas.microsoft.com/office/drawing/2014/main" id="{CF836E4C-CDFD-A1EC-19FD-6C6979DF4CA4}"/>
                </a:ext>
              </a:extLst>
            </p:cNvPr>
            <p:cNvSpPr/>
            <p:nvPr/>
          </p:nvSpPr>
          <p:spPr>
            <a:xfrm rot="18769290">
              <a:off x="2439210" y="2946945"/>
              <a:ext cx="91098" cy="537959"/>
            </a:xfrm>
            <a:prstGeom prst="can">
              <a:avLst/>
            </a:prstGeom>
            <a:solidFill>
              <a:srgbClr val="8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EF05171-1F72-4C5B-932C-358270805565}"/>
                </a:ext>
              </a:extLst>
            </p:cNvPr>
            <p:cNvSpPr/>
            <p:nvPr/>
          </p:nvSpPr>
          <p:spPr>
            <a:xfrm>
              <a:off x="2015585" y="2767505"/>
              <a:ext cx="387211" cy="396395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A8DA573-B749-E03D-EB05-D4A1F2A33062}"/>
                </a:ext>
              </a:extLst>
            </p:cNvPr>
            <p:cNvSpPr/>
            <p:nvPr/>
          </p:nvSpPr>
          <p:spPr>
            <a:xfrm>
              <a:off x="2378986" y="1993277"/>
              <a:ext cx="593541" cy="573662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10F9F33-68AA-A026-6050-F04FBE840EA8}"/>
                </a:ext>
              </a:extLst>
            </p:cNvPr>
            <p:cNvSpPr/>
            <p:nvPr/>
          </p:nvSpPr>
          <p:spPr>
            <a:xfrm>
              <a:off x="2972769" y="2375145"/>
              <a:ext cx="384307" cy="357592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Cylinder 21">
              <a:extLst>
                <a:ext uri="{FF2B5EF4-FFF2-40B4-BE49-F238E27FC236}">
                  <a16:creationId xmlns:a16="http://schemas.microsoft.com/office/drawing/2014/main" id="{CE68CD0A-9E41-A4A6-3E5B-0C045B6E99D9}"/>
                </a:ext>
              </a:extLst>
            </p:cNvPr>
            <p:cNvSpPr/>
            <p:nvPr/>
          </p:nvSpPr>
          <p:spPr>
            <a:xfrm rot="3843812">
              <a:off x="3014337" y="2722321"/>
              <a:ext cx="39565" cy="365039"/>
            </a:xfrm>
            <a:prstGeom prst="can">
              <a:avLst/>
            </a:prstGeom>
            <a:solidFill>
              <a:srgbClr val="8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38991A2-B98D-0786-8E02-521C9B90C675}"/>
                </a:ext>
              </a:extLst>
            </p:cNvPr>
            <p:cNvSpPr txBox="1"/>
            <p:nvPr/>
          </p:nvSpPr>
          <p:spPr>
            <a:xfrm>
              <a:off x="2964753" y="2783179"/>
              <a:ext cx="67839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ja-JP"/>
              </a:defPPr>
              <a:lvl1pPr>
                <a:defRPr sz="2400"/>
              </a:lvl1pPr>
            </a:lstStyle>
            <a:p>
              <a:r>
                <a:rPr lang="ja-JP" altLang="en-US" sz="2800" dirty="0"/>
                <a:t>🍊</a:t>
              </a:r>
            </a:p>
          </p:txBody>
        </p: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EBD1D4A1-C0E6-DB6D-2329-956EF7F62509}"/>
                </a:ext>
              </a:extLst>
            </p:cNvPr>
            <p:cNvCxnSpPr>
              <a:cxnSpLocks/>
            </p:cNvCxnSpPr>
            <p:nvPr/>
          </p:nvCxnSpPr>
          <p:spPr>
            <a:xfrm>
              <a:off x="4552347" y="4215216"/>
              <a:ext cx="2558305" cy="0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D29F2DB0-4043-D733-1036-BA131A8A210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798294" y="3429001"/>
              <a:ext cx="2558305" cy="0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F84355AC-B5C4-ABB6-1934-B651AB88D4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77446" y="3007281"/>
              <a:ext cx="973786" cy="1207935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DF065DA1-0ACB-2221-07AF-867C4339DC8A}"/>
                </a:ext>
              </a:extLst>
            </p:cNvPr>
            <p:cNvSpPr/>
            <p:nvPr/>
          </p:nvSpPr>
          <p:spPr>
            <a:xfrm>
              <a:off x="5077446" y="4189633"/>
              <a:ext cx="25583" cy="2558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D68592CF-1C9E-6011-CEBD-97ED2480BC60}"/>
                </a:ext>
              </a:extLst>
            </p:cNvPr>
            <p:cNvSpPr txBox="1"/>
            <p:nvPr/>
          </p:nvSpPr>
          <p:spPr>
            <a:xfrm>
              <a:off x="5927987" y="2674007"/>
              <a:ext cx="60785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ja-JP"/>
              </a:defPPr>
              <a:lvl1pPr>
                <a:defRPr sz="2400"/>
              </a:lvl1pPr>
            </a:lstStyle>
            <a:p>
              <a:r>
                <a:rPr lang="ja-JP" altLang="en-US" dirty="0"/>
                <a:t>🍊</a:t>
              </a:r>
            </a:p>
          </p:txBody>
        </p: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A7818D12-2D2F-3C9D-B896-AEF68C3F8CCB}"/>
                </a:ext>
              </a:extLst>
            </p:cNvPr>
            <p:cNvCxnSpPr>
              <a:cxnSpLocks/>
              <a:stCxn id="85" idx="4"/>
            </p:cNvCxnSpPr>
            <p:nvPr/>
          </p:nvCxnSpPr>
          <p:spPr>
            <a:xfrm>
              <a:off x="5090238" y="4215216"/>
              <a:ext cx="960994" cy="572316"/>
            </a:xfrm>
            <a:prstGeom prst="straightConnector1">
              <a:avLst/>
            </a:prstGeom>
            <a:ln w="38100">
              <a:solidFill>
                <a:srgbClr val="008000"/>
              </a:solidFill>
              <a:prstDash val="sysDot"/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A6359DB6-4B0D-4BFA-7266-C754D7DE394B}"/>
                </a:ext>
              </a:extLst>
            </p:cNvPr>
            <p:cNvCxnSpPr>
              <a:cxnSpLocks/>
            </p:cNvCxnSpPr>
            <p:nvPr/>
          </p:nvCxnSpPr>
          <p:spPr>
            <a:xfrm>
              <a:off x="6051232" y="3083419"/>
              <a:ext cx="0" cy="1704113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472F258-1A2D-BAEC-5A8C-022F9FE22A79}"/>
                </a:ext>
              </a:extLst>
            </p:cNvPr>
            <p:cNvCxnSpPr/>
            <p:nvPr/>
          </p:nvCxnSpPr>
          <p:spPr>
            <a:xfrm flipV="1">
              <a:off x="6114474" y="3239197"/>
              <a:ext cx="1004648" cy="621227"/>
            </a:xfrm>
            <a:prstGeom prst="line">
              <a:avLst/>
            </a:prstGeom>
            <a:ln w="635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D5867D2-0903-D1B0-D3C2-FD4F2BE4621C}"/>
                </a:ext>
              </a:extLst>
            </p:cNvPr>
            <p:cNvSpPr txBox="1"/>
            <p:nvPr/>
          </p:nvSpPr>
          <p:spPr>
            <a:xfrm>
              <a:off x="7110652" y="2933067"/>
              <a:ext cx="107433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ja-JP"/>
              </a:defPPr>
              <a:lvl1pPr>
                <a:defRPr sz="2400"/>
              </a:lvl1pPr>
            </a:lstStyle>
            <a:p>
              <a:r>
                <a:rPr lang="en-US" altLang="ja-JP" sz="2000" b="1" dirty="0"/>
                <a:t>Gravity</a:t>
              </a:r>
              <a:endParaRPr lang="ja-JP" altLang="en-US" sz="2000" b="1" dirty="0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1F69B58-E77B-7E33-05BF-B8B9611771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54201" y="4570008"/>
              <a:ext cx="610138" cy="340491"/>
            </a:xfrm>
            <a:prstGeom prst="line">
              <a:avLst/>
            </a:prstGeom>
            <a:ln w="635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E788928-D826-C94A-3106-9C37F54396A2}"/>
                </a:ext>
              </a:extLst>
            </p:cNvPr>
            <p:cNvSpPr txBox="1"/>
            <p:nvPr/>
          </p:nvSpPr>
          <p:spPr>
            <a:xfrm>
              <a:off x="3927110" y="4948663"/>
              <a:ext cx="14414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ja-JP"/>
              </a:defPPr>
              <a:lvl1pPr>
                <a:defRPr sz="2400"/>
              </a:lvl1pPr>
            </a:lstStyle>
            <a:p>
              <a:r>
                <a:rPr lang="en-US" altLang="ja-JP" b="1" dirty="0"/>
                <a:t>will fall?</a:t>
              </a:r>
              <a:endParaRPr lang="ja-JP" altLang="en-US" b="1" dirty="0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8804517-7078-C592-A036-D5DD75D5D451}"/>
                </a:ext>
              </a:extLst>
            </p:cNvPr>
            <p:cNvSpPr/>
            <p:nvPr/>
          </p:nvSpPr>
          <p:spPr>
            <a:xfrm>
              <a:off x="1467859" y="1530133"/>
              <a:ext cx="8967527" cy="4180856"/>
            </a:xfrm>
            <a:prstGeom prst="rect">
              <a:avLst/>
            </a:prstGeom>
            <a:noFill/>
            <a:ln w="3175">
              <a:solidFill>
                <a:srgbClr val="B2B2B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56408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7390E-7D12-F6C1-94FA-BC1A1E8D7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1ABFD9C-9786-1624-EB11-9DAE94F17BC1}"/>
              </a:ext>
            </a:extLst>
          </p:cNvPr>
          <p:cNvGrpSpPr/>
          <p:nvPr/>
        </p:nvGrpSpPr>
        <p:grpSpPr>
          <a:xfrm>
            <a:off x="229799" y="1064533"/>
            <a:ext cx="11493645" cy="2889244"/>
            <a:chOff x="229799" y="1064533"/>
            <a:chExt cx="11493645" cy="2889244"/>
          </a:xfrm>
        </p:grpSpPr>
        <p:sp>
          <p:nvSpPr>
            <p:cNvPr id="16" name="Arrow: Right 15">
              <a:extLst>
                <a:ext uri="{FF2B5EF4-FFF2-40B4-BE49-F238E27FC236}">
                  <a16:creationId xmlns:a16="http://schemas.microsoft.com/office/drawing/2014/main" id="{3F64210F-9585-F976-EB3B-A6E93255FF12}"/>
                </a:ext>
              </a:extLst>
            </p:cNvPr>
            <p:cNvSpPr/>
            <p:nvPr/>
          </p:nvSpPr>
          <p:spPr>
            <a:xfrm>
              <a:off x="4746477" y="2670130"/>
              <a:ext cx="369711" cy="362036"/>
            </a:xfrm>
            <a:prstGeom prst="rightArrow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Arrow: Right 16">
              <a:extLst>
                <a:ext uri="{FF2B5EF4-FFF2-40B4-BE49-F238E27FC236}">
                  <a16:creationId xmlns:a16="http://schemas.microsoft.com/office/drawing/2014/main" id="{DA2F146E-A619-67EC-7DA1-FB43582A64B3}"/>
                </a:ext>
              </a:extLst>
            </p:cNvPr>
            <p:cNvSpPr/>
            <p:nvPr/>
          </p:nvSpPr>
          <p:spPr>
            <a:xfrm>
              <a:off x="8337089" y="2670130"/>
              <a:ext cx="369711" cy="362036"/>
            </a:xfrm>
            <a:prstGeom prst="rightArrow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6C275A9B-7B02-5EAD-FB08-0FFC701F32D9}"/>
                </a:ext>
              </a:extLst>
            </p:cNvPr>
            <p:cNvSpPr/>
            <p:nvPr/>
          </p:nvSpPr>
          <p:spPr>
            <a:xfrm>
              <a:off x="229799" y="2353118"/>
              <a:ext cx="4549706" cy="1451640"/>
            </a:xfrm>
            <a:prstGeom prst="parallelogram">
              <a:avLst>
                <a:gd name="adj" fmla="val 89967"/>
              </a:avLst>
            </a:prstGeom>
            <a:gradFill flip="none" rotWithShape="1">
              <a:gsLst>
                <a:gs pos="0">
                  <a:srgbClr val="4D4D4D"/>
                </a:gs>
                <a:gs pos="100000">
                  <a:srgbClr val="808080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2" name="Straight Arrow Connector 1">
              <a:extLst>
                <a:ext uri="{FF2B5EF4-FFF2-40B4-BE49-F238E27FC236}">
                  <a16:creationId xmlns:a16="http://schemas.microsoft.com/office/drawing/2014/main" id="{D442D9E9-F21A-C343-7371-B8DF22682EE6}"/>
                </a:ext>
              </a:extLst>
            </p:cNvPr>
            <p:cNvCxnSpPr>
              <a:cxnSpLocks/>
            </p:cNvCxnSpPr>
            <p:nvPr/>
          </p:nvCxnSpPr>
          <p:spPr>
            <a:xfrm>
              <a:off x="1619415" y="2832544"/>
              <a:ext cx="2168821" cy="0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FE4B2DC1-5685-B5D1-0F0B-7EF29F2106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64572" y="1064533"/>
              <a:ext cx="0" cy="2077762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81DEE000-BED4-B236-E6D5-535CD98D25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64571" y="2045343"/>
              <a:ext cx="1621249" cy="770119"/>
            </a:xfrm>
            <a:prstGeom prst="straightConnector1">
              <a:avLst/>
            </a:prstGeom>
            <a:ln w="38100">
              <a:solidFill>
                <a:srgbClr val="EE0000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3B8CDF3B-D14C-5497-28F0-BF6E49FF43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64571" y="1920074"/>
              <a:ext cx="440081" cy="8953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96FE860-8DD1-40D6-3753-11C7350F498E}"/>
                </a:ext>
              </a:extLst>
            </p:cNvPr>
            <p:cNvSpPr/>
            <p:nvPr/>
          </p:nvSpPr>
          <p:spPr>
            <a:xfrm>
              <a:off x="2064571" y="2793774"/>
              <a:ext cx="21688" cy="2168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0030A12-2BAD-5892-B789-07E641661E65}"/>
                </a:ext>
              </a:extLst>
            </p:cNvPr>
            <p:cNvSpPr txBox="1"/>
            <p:nvPr/>
          </p:nvSpPr>
          <p:spPr>
            <a:xfrm>
              <a:off x="3615478" y="1724385"/>
              <a:ext cx="81785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ja-JP"/>
              </a:defPPr>
              <a:lvl1pPr>
                <a:defRPr sz="2400"/>
              </a:lvl1pPr>
            </a:lstStyle>
            <a:p>
              <a:r>
                <a:rPr lang="ja-JP" altLang="en-US" sz="3600" dirty="0"/>
                <a:t>🍎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739AA98-2113-9560-8415-AE608CF7E3DA}"/>
                </a:ext>
              </a:extLst>
            </p:cNvPr>
            <p:cNvSpPr txBox="1"/>
            <p:nvPr/>
          </p:nvSpPr>
          <p:spPr>
            <a:xfrm>
              <a:off x="2415470" y="1621837"/>
              <a:ext cx="515317" cy="3913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ja-JP"/>
              </a:defPPr>
              <a:lvl1pPr>
                <a:defRPr sz="2400"/>
              </a:lvl1pPr>
            </a:lstStyle>
            <a:p>
              <a:r>
                <a:rPr lang="ja-JP" altLang="en-US" dirty="0"/>
                <a:t>🍊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00BEF4C-052D-EFA3-9AD8-3A0F8D937D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84771" y="2564602"/>
              <a:ext cx="913589" cy="1005449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0E49F619-2191-9E90-0E9D-D55CA2D066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19415" y="2148942"/>
              <a:ext cx="456000" cy="680704"/>
            </a:xfrm>
            <a:prstGeom prst="straightConnector1">
              <a:avLst/>
            </a:prstGeom>
            <a:ln w="38100">
              <a:solidFill>
                <a:srgbClr val="0066FF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Star: 5 Points 33">
              <a:extLst>
                <a:ext uri="{FF2B5EF4-FFF2-40B4-BE49-F238E27FC236}">
                  <a16:creationId xmlns:a16="http://schemas.microsoft.com/office/drawing/2014/main" id="{09D68C1F-8655-3AD5-7275-EA5BCCB1F0F4}"/>
                </a:ext>
              </a:extLst>
            </p:cNvPr>
            <p:cNvSpPr/>
            <p:nvPr/>
          </p:nvSpPr>
          <p:spPr>
            <a:xfrm>
              <a:off x="1292266" y="1911589"/>
              <a:ext cx="327148" cy="327148"/>
            </a:xfrm>
            <a:prstGeom prst="star5">
              <a:avLst/>
            </a:prstGeom>
            <a:solidFill>
              <a:srgbClr val="006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9313D82-E5F9-1466-041F-7E4C7BA824DF}"/>
                </a:ext>
              </a:extLst>
            </p:cNvPr>
            <p:cNvCxnSpPr>
              <a:cxnSpLocks/>
            </p:cNvCxnSpPr>
            <p:nvPr/>
          </p:nvCxnSpPr>
          <p:spPr>
            <a:xfrm>
              <a:off x="3677990" y="2075163"/>
              <a:ext cx="0" cy="1246350"/>
            </a:xfrm>
            <a:prstGeom prst="line">
              <a:avLst/>
            </a:prstGeom>
            <a:ln w="19050">
              <a:solidFill>
                <a:srgbClr val="000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F6D69A2-A4B6-5E51-F2F3-068B8CB68125}"/>
                </a:ext>
              </a:extLst>
            </p:cNvPr>
            <p:cNvCxnSpPr>
              <a:cxnSpLocks/>
            </p:cNvCxnSpPr>
            <p:nvPr/>
          </p:nvCxnSpPr>
          <p:spPr>
            <a:xfrm>
              <a:off x="2504652" y="1971240"/>
              <a:ext cx="0" cy="1147252"/>
            </a:xfrm>
            <a:prstGeom prst="line">
              <a:avLst/>
            </a:prstGeom>
            <a:ln w="19050">
              <a:solidFill>
                <a:srgbClr val="000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A6F74D0-1796-82E6-9896-D1D1CBB9B39D}"/>
                </a:ext>
              </a:extLst>
            </p:cNvPr>
            <p:cNvCxnSpPr>
              <a:cxnSpLocks/>
            </p:cNvCxnSpPr>
            <p:nvPr/>
          </p:nvCxnSpPr>
          <p:spPr>
            <a:xfrm>
              <a:off x="1634499" y="2148942"/>
              <a:ext cx="0" cy="540448"/>
            </a:xfrm>
            <a:prstGeom prst="line">
              <a:avLst/>
            </a:prstGeom>
            <a:ln w="19050">
              <a:solidFill>
                <a:srgbClr val="000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4CB44EEC-E66A-FB79-0FAC-DB1DF2586ED9}"/>
                </a:ext>
              </a:extLst>
            </p:cNvPr>
            <p:cNvSpPr/>
            <p:nvPr/>
          </p:nvSpPr>
          <p:spPr>
            <a:xfrm flipV="1">
              <a:off x="2035500" y="2794523"/>
              <a:ext cx="76043" cy="7604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399CB58-8B38-04ED-E557-5B0C0ED7B715}"/>
                </a:ext>
              </a:extLst>
            </p:cNvPr>
            <p:cNvCxnSpPr>
              <a:cxnSpLocks/>
            </p:cNvCxnSpPr>
            <p:nvPr/>
          </p:nvCxnSpPr>
          <p:spPr>
            <a:xfrm>
              <a:off x="6673227" y="1705514"/>
              <a:ext cx="0" cy="2248263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77C4971-12D8-7A48-EAD1-E490B29C31AD}"/>
                </a:ext>
              </a:extLst>
            </p:cNvPr>
            <p:cNvCxnSpPr>
              <a:cxnSpLocks/>
            </p:cNvCxnSpPr>
            <p:nvPr/>
          </p:nvCxnSpPr>
          <p:spPr>
            <a:xfrm>
              <a:off x="5419885" y="2832544"/>
              <a:ext cx="2506686" cy="0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4009DC7-8391-515F-7A65-8273EE3EEFC5}"/>
                </a:ext>
              </a:extLst>
            </p:cNvPr>
            <p:cNvGrpSpPr/>
            <p:nvPr/>
          </p:nvGrpSpPr>
          <p:grpSpPr>
            <a:xfrm>
              <a:off x="7145998" y="2933044"/>
              <a:ext cx="327148" cy="262075"/>
              <a:chOff x="7907418" y="978542"/>
              <a:chExt cx="385898" cy="309139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081F0115-A21E-3EBF-CC98-D48E7F5A3B1D}"/>
                  </a:ext>
                </a:extLst>
              </p:cNvPr>
              <p:cNvSpPr/>
              <p:nvPr/>
            </p:nvSpPr>
            <p:spPr>
              <a:xfrm>
                <a:off x="7907418" y="1002328"/>
                <a:ext cx="385898" cy="285353"/>
              </a:xfrm>
              <a:prstGeom prst="ellipse">
                <a:avLst/>
              </a:pr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6" name="Teardrop 25">
                <a:extLst>
                  <a:ext uri="{FF2B5EF4-FFF2-40B4-BE49-F238E27FC236}">
                    <a16:creationId xmlns:a16="http://schemas.microsoft.com/office/drawing/2014/main" id="{C44B7C04-DACF-FEED-A3D5-AC83B054990C}"/>
                  </a:ext>
                </a:extLst>
              </p:cNvPr>
              <p:cNvSpPr/>
              <p:nvPr/>
            </p:nvSpPr>
            <p:spPr>
              <a:xfrm rot="1024920" flipV="1">
                <a:off x="7913906" y="978542"/>
                <a:ext cx="166373" cy="69157"/>
              </a:xfrm>
              <a:prstGeom prst="teardrop">
                <a:avLst>
                  <a:gd name="adj" fmla="val 135873"/>
                </a:avLst>
              </a:prstGeom>
              <a:solidFill>
                <a:srgbClr val="77777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213C0B30-BF47-E104-BAB0-794E375E12C0}"/>
                </a:ext>
              </a:extLst>
            </p:cNvPr>
            <p:cNvGrpSpPr/>
            <p:nvPr/>
          </p:nvGrpSpPr>
          <p:grpSpPr>
            <a:xfrm>
              <a:off x="7367569" y="3343566"/>
              <a:ext cx="479143" cy="422562"/>
              <a:chOff x="9481739" y="978542"/>
              <a:chExt cx="350533" cy="309139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978AED71-C6E4-9404-B30C-765EB9DC2B2B}"/>
                  </a:ext>
                </a:extLst>
              </p:cNvPr>
              <p:cNvSpPr/>
              <p:nvPr/>
            </p:nvSpPr>
            <p:spPr>
              <a:xfrm>
                <a:off x="9598583" y="1002328"/>
                <a:ext cx="233689" cy="285353"/>
              </a:xfrm>
              <a:prstGeom prst="ellipse">
                <a:avLst/>
              </a:pr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9E34446B-4597-24BF-4CF6-21D9AD27BBE3}"/>
                  </a:ext>
                </a:extLst>
              </p:cNvPr>
              <p:cNvSpPr/>
              <p:nvPr/>
            </p:nvSpPr>
            <p:spPr>
              <a:xfrm>
                <a:off x="9481739" y="1002328"/>
                <a:ext cx="233689" cy="285353"/>
              </a:xfrm>
              <a:prstGeom prst="ellipse">
                <a:avLst/>
              </a:pr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2" name="Teardrop 31">
                <a:extLst>
                  <a:ext uri="{FF2B5EF4-FFF2-40B4-BE49-F238E27FC236}">
                    <a16:creationId xmlns:a16="http://schemas.microsoft.com/office/drawing/2014/main" id="{34623294-4E2A-2CD6-64FB-CEF1B34A8F08}"/>
                  </a:ext>
                </a:extLst>
              </p:cNvPr>
              <p:cNvSpPr/>
              <p:nvPr/>
            </p:nvSpPr>
            <p:spPr>
              <a:xfrm rot="1024920" flipV="1">
                <a:off x="9515398" y="978542"/>
                <a:ext cx="166373" cy="69157"/>
              </a:xfrm>
              <a:prstGeom prst="teardrop">
                <a:avLst>
                  <a:gd name="adj" fmla="val 135873"/>
                </a:avLst>
              </a:prstGeom>
              <a:solidFill>
                <a:srgbClr val="77777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33" name="Star: 5 Points 32">
              <a:extLst>
                <a:ext uri="{FF2B5EF4-FFF2-40B4-BE49-F238E27FC236}">
                  <a16:creationId xmlns:a16="http://schemas.microsoft.com/office/drawing/2014/main" id="{FAC63DA9-DEA3-B611-DF4D-192A6CC4B7E0}"/>
                </a:ext>
              </a:extLst>
            </p:cNvPr>
            <p:cNvSpPr/>
            <p:nvPr/>
          </p:nvSpPr>
          <p:spPr>
            <a:xfrm>
              <a:off x="6077659" y="2318885"/>
              <a:ext cx="327148" cy="327148"/>
            </a:xfrm>
            <a:prstGeom prst="star5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9129E26-25D7-221B-3FF7-EB0C5C8B8163}"/>
                </a:ext>
              </a:extLst>
            </p:cNvPr>
            <p:cNvSpPr/>
            <p:nvPr/>
          </p:nvSpPr>
          <p:spPr>
            <a:xfrm flipV="1">
              <a:off x="6635205" y="2794523"/>
              <a:ext cx="76043" cy="7604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D80D1AAD-8806-45CD-9EAD-22C521480A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74738" y="2612272"/>
              <a:ext cx="285242" cy="203190"/>
            </a:xfrm>
            <a:prstGeom prst="straightConnector1">
              <a:avLst/>
            </a:prstGeom>
            <a:ln>
              <a:solidFill>
                <a:srgbClr val="333333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4740B869-63C1-85A1-7861-C67376DB064C}"/>
                </a:ext>
              </a:extLst>
            </p:cNvPr>
            <p:cNvCxnSpPr>
              <a:cxnSpLocks/>
            </p:cNvCxnSpPr>
            <p:nvPr/>
          </p:nvCxnSpPr>
          <p:spPr>
            <a:xfrm>
              <a:off x="6673226" y="2829645"/>
              <a:ext cx="410520" cy="132713"/>
            </a:xfrm>
            <a:prstGeom prst="straightConnector1">
              <a:avLst/>
            </a:prstGeom>
            <a:ln>
              <a:solidFill>
                <a:srgbClr val="333333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8CB0F4D4-3BD9-C33F-4853-1F6DA6B8F7D6}"/>
                </a:ext>
              </a:extLst>
            </p:cNvPr>
            <p:cNvCxnSpPr>
              <a:cxnSpLocks/>
            </p:cNvCxnSpPr>
            <p:nvPr/>
          </p:nvCxnSpPr>
          <p:spPr>
            <a:xfrm>
              <a:off x="6683350" y="2832544"/>
              <a:ext cx="684219" cy="540911"/>
            </a:xfrm>
            <a:prstGeom prst="straightConnector1">
              <a:avLst/>
            </a:prstGeom>
            <a:ln>
              <a:solidFill>
                <a:srgbClr val="333333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902F13A-B206-FDB8-5116-F879E1629402}"/>
                </a:ext>
              </a:extLst>
            </p:cNvPr>
            <p:cNvCxnSpPr>
              <a:cxnSpLocks/>
            </p:cNvCxnSpPr>
            <p:nvPr/>
          </p:nvCxnSpPr>
          <p:spPr>
            <a:xfrm>
              <a:off x="9216758" y="2832544"/>
              <a:ext cx="2506686" cy="0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C03FF92-F80E-B6D8-E037-F2DEC487402C}"/>
                </a:ext>
              </a:extLst>
            </p:cNvPr>
            <p:cNvSpPr/>
            <p:nvPr/>
          </p:nvSpPr>
          <p:spPr>
            <a:xfrm>
              <a:off x="11229098" y="2887883"/>
              <a:ext cx="230609" cy="230609"/>
            </a:xfrm>
            <a:prstGeom prst="ellips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528657A-56B3-FEA5-0C25-9864616FE200}"/>
                </a:ext>
              </a:extLst>
            </p:cNvPr>
            <p:cNvSpPr/>
            <p:nvPr/>
          </p:nvSpPr>
          <p:spPr>
            <a:xfrm>
              <a:off x="10782221" y="2563211"/>
              <a:ext cx="230609" cy="196019"/>
            </a:xfrm>
            <a:prstGeom prst="ellips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EAB5D26F-3C38-825E-B3F4-6161998DE106}"/>
                </a:ext>
              </a:extLst>
            </p:cNvPr>
            <p:cNvSpPr/>
            <p:nvPr/>
          </p:nvSpPr>
          <p:spPr>
            <a:xfrm>
              <a:off x="9356143" y="2544866"/>
              <a:ext cx="230610" cy="198802"/>
            </a:xfrm>
            <a:prstGeom prst="triangl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1CF567C-908D-D116-C2F9-6C64A866CF96}"/>
                </a:ext>
              </a:extLst>
            </p:cNvPr>
            <p:cNvSpPr/>
            <p:nvPr/>
          </p:nvSpPr>
          <p:spPr>
            <a:xfrm flipV="1">
              <a:off x="10047999" y="2794523"/>
              <a:ext cx="76043" cy="7604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8A87E522-6364-475D-B0E5-F065B2D4B4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86753" y="2661220"/>
              <a:ext cx="461246" cy="0"/>
            </a:xfrm>
            <a:prstGeom prst="straightConnector1">
              <a:avLst/>
            </a:prstGeom>
            <a:ln>
              <a:solidFill>
                <a:srgbClr val="333333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58A8C8F9-1C7A-7081-6235-E8055D521431}"/>
                </a:ext>
              </a:extLst>
            </p:cNvPr>
            <p:cNvCxnSpPr>
              <a:cxnSpLocks/>
            </p:cNvCxnSpPr>
            <p:nvPr/>
          </p:nvCxnSpPr>
          <p:spPr>
            <a:xfrm>
              <a:off x="10086020" y="2661220"/>
              <a:ext cx="521020" cy="0"/>
            </a:xfrm>
            <a:prstGeom prst="straightConnector1">
              <a:avLst/>
            </a:prstGeom>
            <a:ln>
              <a:solidFill>
                <a:srgbClr val="333333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FA0E0980-2EC9-F0E9-BA21-A0A598EC684D}"/>
                </a:ext>
              </a:extLst>
            </p:cNvPr>
            <p:cNvCxnSpPr>
              <a:cxnSpLocks/>
            </p:cNvCxnSpPr>
            <p:nvPr/>
          </p:nvCxnSpPr>
          <p:spPr>
            <a:xfrm>
              <a:off x="10086020" y="3003187"/>
              <a:ext cx="926810" cy="0"/>
            </a:xfrm>
            <a:prstGeom prst="straightConnector1">
              <a:avLst/>
            </a:prstGeom>
            <a:ln>
              <a:solidFill>
                <a:srgbClr val="333333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146073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93A81-4166-0D90-A165-A0E37EB31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7BA2ECE-973C-37DE-A761-11BD09FA50A7}"/>
              </a:ext>
            </a:extLst>
          </p:cNvPr>
          <p:cNvGrpSpPr/>
          <p:nvPr/>
        </p:nvGrpSpPr>
        <p:grpSpPr>
          <a:xfrm>
            <a:off x="378788" y="1064533"/>
            <a:ext cx="11546696" cy="2889244"/>
            <a:chOff x="378788" y="1064533"/>
            <a:chExt cx="11546696" cy="2889244"/>
          </a:xfrm>
        </p:grpSpPr>
        <p:sp>
          <p:nvSpPr>
            <p:cNvPr id="41" name="Arrow: Right 40">
              <a:extLst>
                <a:ext uri="{FF2B5EF4-FFF2-40B4-BE49-F238E27FC236}">
                  <a16:creationId xmlns:a16="http://schemas.microsoft.com/office/drawing/2014/main" id="{E6BCCF9A-493A-3820-7F25-79308AB3E291}"/>
                </a:ext>
              </a:extLst>
            </p:cNvPr>
            <p:cNvSpPr/>
            <p:nvPr/>
          </p:nvSpPr>
          <p:spPr>
            <a:xfrm>
              <a:off x="3393775" y="2670130"/>
              <a:ext cx="369711" cy="362036"/>
            </a:xfrm>
            <a:prstGeom prst="rightArrow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Arrow: Right 41">
              <a:extLst>
                <a:ext uri="{FF2B5EF4-FFF2-40B4-BE49-F238E27FC236}">
                  <a16:creationId xmlns:a16="http://schemas.microsoft.com/office/drawing/2014/main" id="{BC201D8C-F20F-0CD9-A754-396C274520DB}"/>
                </a:ext>
              </a:extLst>
            </p:cNvPr>
            <p:cNvSpPr/>
            <p:nvPr/>
          </p:nvSpPr>
          <p:spPr>
            <a:xfrm>
              <a:off x="6965260" y="2670130"/>
              <a:ext cx="369711" cy="362036"/>
            </a:xfrm>
            <a:prstGeom prst="rightArrow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solidFill>
                  <a:schemeClr val="tx1"/>
                </a:solidFill>
              </a:endParaRP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E6AC6FBE-7B82-C5B5-4C1F-F61E1A959FCA}"/>
                </a:ext>
              </a:extLst>
            </p:cNvPr>
            <p:cNvGrpSpPr/>
            <p:nvPr/>
          </p:nvGrpSpPr>
          <p:grpSpPr>
            <a:xfrm>
              <a:off x="7375778" y="1064533"/>
              <a:ext cx="4549706" cy="2740225"/>
              <a:chOff x="229799" y="1064533"/>
              <a:chExt cx="4549706" cy="2740225"/>
            </a:xfrm>
          </p:grpSpPr>
          <p:sp>
            <p:nvSpPr>
              <p:cNvPr id="45" name="Parallelogram 44">
                <a:extLst>
                  <a:ext uri="{FF2B5EF4-FFF2-40B4-BE49-F238E27FC236}">
                    <a16:creationId xmlns:a16="http://schemas.microsoft.com/office/drawing/2014/main" id="{BB44BDB9-25EE-1F58-81B3-90AA9CF602F0}"/>
                  </a:ext>
                </a:extLst>
              </p:cNvPr>
              <p:cNvSpPr/>
              <p:nvPr/>
            </p:nvSpPr>
            <p:spPr>
              <a:xfrm>
                <a:off x="229799" y="2353118"/>
                <a:ext cx="4549706" cy="1451640"/>
              </a:xfrm>
              <a:prstGeom prst="parallelogram">
                <a:avLst>
                  <a:gd name="adj" fmla="val 89967"/>
                </a:avLst>
              </a:prstGeom>
              <a:gradFill flip="none" rotWithShape="1">
                <a:gsLst>
                  <a:gs pos="0">
                    <a:srgbClr val="DDDDDD">
                      <a:shade val="30000"/>
                      <a:satMod val="115000"/>
                    </a:srgbClr>
                  </a:gs>
                  <a:gs pos="100000">
                    <a:srgbClr val="DDDDDD">
                      <a:shade val="100000"/>
                      <a:satMod val="115000"/>
                    </a:srgbClr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2F41FC20-C175-7AFE-3A87-1E373C38B3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19415" y="2832544"/>
                <a:ext cx="2168821" cy="0"/>
              </a:xfrm>
              <a:prstGeom prst="straightConnector1">
                <a:avLst/>
              </a:prstGeom>
              <a:ln>
                <a:solidFill>
                  <a:srgbClr val="00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9A82F101-54EA-43F5-62CB-7D175F91F26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64572" y="1064533"/>
                <a:ext cx="0" cy="2077762"/>
              </a:xfrm>
              <a:prstGeom prst="straightConnector1">
                <a:avLst/>
              </a:prstGeom>
              <a:ln>
                <a:solidFill>
                  <a:srgbClr val="00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C479CC00-0435-8D6C-7591-CEAB8DA3D83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64571" y="2045343"/>
                <a:ext cx="1621249" cy="770119"/>
              </a:xfrm>
              <a:prstGeom prst="straightConnector1">
                <a:avLst/>
              </a:prstGeom>
              <a:ln w="38100">
                <a:solidFill>
                  <a:srgbClr val="EE0000"/>
                </a:solidFill>
                <a:tailEnd type="triangle" w="med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96BBC4A0-ACDB-DCED-9689-12EE5723DE7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64571" y="1920074"/>
                <a:ext cx="440081" cy="895388"/>
              </a:xfrm>
              <a:prstGeom prst="straightConnector1">
                <a:avLst/>
              </a:prstGeom>
              <a:ln w="38100">
                <a:solidFill>
                  <a:srgbClr val="FFC000"/>
                </a:solidFill>
                <a:tailEnd type="triangle" w="med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F474B6D5-F979-AFDA-C8B2-AED42A31B5FA}"/>
                  </a:ext>
                </a:extLst>
              </p:cNvPr>
              <p:cNvSpPr/>
              <p:nvPr/>
            </p:nvSpPr>
            <p:spPr>
              <a:xfrm>
                <a:off x="2064571" y="2793774"/>
                <a:ext cx="21688" cy="2168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D0D4485-BC8B-16F9-F479-D0EE42660C73}"/>
                  </a:ext>
                </a:extLst>
              </p:cNvPr>
              <p:cNvSpPr txBox="1"/>
              <p:nvPr/>
            </p:nvSpPr>
            <p:spPr>
              <a:xfrm>
                <a:off x="3615478" y="1724385"/>
                <a:ext cx="81785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ja-JP"/>
                </a:defPPr>
                <a:lvl1pPr>
                  <a:defRPr sz="2400"/>
                </a:lvl1pPr>
              </a:lstStyle>
              <a:p>
                <a:r>
                  <a:rPr lang="ja-JP" altLang="en-US" sz="3600" dirty="0"/>
                  <a:t>🍎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563DBD3-71F3-6B49-4DEC-4354EC359FB0}"/>
                  </a:ext>
                </a:extLst>
              </p:cNvPr>
              <p:cNvSpPr txBox="1"/>
              <p:nvPr/>
            </p:nvSpPr>
            <p:spPr>
              <a:xfrm>
                <a:off x="2415470" y="1621837"/>
                <a:ext cx="515317" cy="3913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ja-JP"/>
                </a:defPPr>
                <a:lvl1pPr>
                  <a:defRPr sz="2400"/>
                </a:lvl1pPr>
              </a:lstStyle>
              <a:p>
                <a:r>
                  <a:rPr lang="ja-JP" altLang="en-US" dirty="0"/>
                  <a:t>🍊</a:t>
                </a:r>
              </a:p>
            </p:txBody>
          </p: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0B5B879B-08D2-890D-0AD6-7D03BB5B13A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384771" y="2564602"/>
                <a:ext cx="913589" cy="1005449"/>
              </a:xfrm>
              <a:prstGeom prst="straightConnector1">
                <a:avLst/>
              </a:prstGeom>
              <a:ln>
                <a:solidFill>
                  <a:srgbClr val="00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84B4FB00-84AD-AE42-5D58-D1680BCBD31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619415" y="2148942"/>
                <a:ext cx="456000" cy="680704"/>
              </a:xfrm>
              <a:prstGeom prst="straightConnector1">
                <a:avLst/>
              </a:prstGeom>
              <a:ln w="38100">
                <a:solidFill>
                  <a:srgbClr val="0066FF"/>
                </a:solidFill>
                <a:tailEnd type="triangle" w="med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Star: 5 Points 56">
                <a:extLst>
                  <a:ext uri="{FF2B5EF4-FFF2-40B4-BE49-F238E27FC236}">
                    <a16:creationId xmlns:a16="http://schemas.microsoft.com/office/drawing/2014/main" id="{9BA2E449-023D-6E54-06DF-1A9BA3766212}"/>
                  </a:ext>
                </a:extLst>
              </p:cNvPr>
              <p:cNvSpPr/>
              <p:nvPr/>
            </p:nvSpPr>
            <p:spPr>
              <a:xfrm>
                <a:off x="1292266" y="1911589"/>
                <a:ext cx="327148" cy="327148"/>
              </a:xfrm>
              <a:prstGeom prst="star5">
                <a:avLst/>
              </a:prstGeom>
              <a:solidFill>
                <a:srgbClr val="0066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612812EF-0050-A199-65B6-821A44C4D7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77990" y="2075163"/>
                <a:ext cx="0" cy="1246350"/>
              </a:xfrm>
              <a:prstGeom prst="line">
                <a:avLst/>
              </a:prstGeom>
              <a:ln w="19050">
                <a:solidFill>
                  <a:srgbClr val="00000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43D5EB29-AA53-5405-85C7-CAFF965461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04652" y="1971240"/>
                <a:ext cx="0" cy="1147252"/>
              </a:xfrm>
              <a:prstGeom prst="line">
                <a:avLst/>
              </a:prstGeom>
              <a:ln w="19050">
                <a:solidFill>
                  <a:srgbClr val="00000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70B27E34-3D47-75CA-0224-D208C21FF6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34499" y="2148942"/>
                <a:ext cx="0" cy="540448"/>
              </a:xfrm>
              <a:prstGeom prst="line">
                <a:avLst/>
              </a:prstGeom>
              <a:ln w="19050">
                <a:solidFill>
                  <a:srgbClr val="00000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9C930600-BA47-2BE8-3D59-217F960A3F01}"/>
                  </a:ext>
                </a:extLst>
              </p:cNvPr>
              <p:cNvSpPr/>
              <p:nvPr/>
            </p:nvSpPr>
            <p:spPr>
              <a:xfrm flipV="1">
                <a:off x="2035500" y="2794523"/>
                <a:ext cx="76043" cy="7604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92192812-C0E1-B047-046A-88256A281108}"/>
                </a:ext>
              </a:extLst>
            </p:cNvPr>
            <p:cNvGrpSpPr/>
            <p:nvPr/>
          </p:nvGrpSpPr>
          <p:grpSpPr>
            <a:xfrm>
              <a:off x="4069043" y="1705514"/>
              <a:ext cx="2506686" cy="2248263"/>
              <a:chOff x="5419885" y="1705514"/>
              <a:chExt cx="2506686" cy="2248263"/>
            </a:xfrm>
          </p:grpSpPr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82D616FD-D53A-4242-73CD-ADE1CE8D51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3227" y="1705514"/>
                <a:ext cx="0" cy="2248263"/>
              </a:xfrm>
              <a:prstGeom prst="straightConnector1">
                <a:avLst/>
              </a:prstGeom>
              <a:ln>
                <a:solidFill>
                  <a:srgbClr val="00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EC5C4E12-2B67-0694-A920-5DEB9CE44C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19885" y="2832544"/>
                <a:ext cx="2506686" cy="0"/>
              </a:xfrm>
              <a:prstGeom prst="straightConnector1">
                <a:avLst/>
              </a:prstGeom>
              <a:ln>
                <a:solidFill>
                  <a:srgbClr val="00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144DF744-BAFC-C344-BFD8-04F1837B64FC}"/>
                  </a:ext>
                </a:extLst>
              </p:cNvPr>
              <p:cNvGrpSpPr/>
              <p:nvPr/>
            </p:nvGrpSpPr>
            <p:grpSpPr>
              <a:xfrm>
                <a:off x="7145998" y="2933044"/>
                <a:ext cx="327148" cy="262075"/>
                <a:chOff x="7907418" y="978542"/>
                <a:chExt cx="385898" cy="309139"/>
              </a:xfrm>
            </p:grpSpPr>
            <p:sp>
              <p:nvSpPr>
                <p:cNvPr id="76" name="Oval 75">
                  <a:extLst>
                    <a:ext uri="{FF2B5EF4-FFF2-40B4-BE49-F238E27FC236}">
                      <a16:creationId xmlns:a16="http://schemas.microsoft.com/office/drawing/2014/main" id="{E89FA27D-11EB-3841-304D-60CA8A5B3581}"/>
                    </a:ext>
                  </a:extLst>
                </p:cNvPr>
                <p:cNvSpPr/>
                <p:nvPr/>
              </p:nvSpPr>
              <p:spPr>
                <a:xfrm>
                  <a:off x="7907418" y="1002328"/>
                  <a:ext cx="385898" cy="285353"/>
                </a:xfrm>
                <a:prstGeom prst="ellipse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77" name="Teardrop 76">
                  <a:extLst>
                    <a:ext uri="{FF2B5EF4-FFF2-40B4-BE49-F238E27FC236}">
                      <a16:creationId xmlns:a16="http://schemas.microsoft.com/office/drawing/2014/main" id="{E8BB2623-5AE8-9DDD-D781-332470608525}"/>
                    </a:ext>
                  </a:extLst>
                </p:cNvPr>
                <p:cNvSpPr/>
                <p:nvPr/>
              </p:nvSpPr>
              <p:spPr>
                <a:xfrm rot="1024920" flipV="1">
                  <a:off x="7913906" y="978542"/>
                  <a:ext cx="166373" cy="69157"/>
                </a:xfrm>
                <a:prstGeom prst="teardrop">
                  <a:avLst>
                    <a:gd name="adj" fmla="val 135873"/>
                  </a:avLst>
                </a:prstGeom>
                <a:solidFill>
                  <a:srgbClr val="777777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E85FB38E-264F-9773-9085-EB9BB1327E93}"/>
                  </a:ext>
                </a:extLst>
              </p:cNvPr>
              <p:cNvGrpSpPr/>
              <p:nvPr/>
            </p:nvGrpSpPr>
            <p:grpSpPr>
              <a:xfrm>
                <a:off x="7367569" y="3343566"/>
                <a:ext cx="479143" cy="422562"/>
                <a:chOff x="9481739" y="978542"/>
                <a:chExt cx="350533" cy="309139"/>
              </a:xfrm>
            </p:grpSpPr>
            <p:sp>
              <p:nvSpPr>
                <p:cNvPr id="73" name="Oval 72">
                  <a:extLst>
                    <a:ext uri="{FF2B5EF4-FFF2-40B4-BE49-F238E27FC236}">
                      <a16:creationId xmlns:a16="http://schemas.microsoft.com/office/drawing/2014/main" id="{C5F36A9C-0FF3-712C-00E9-BAD4A3A3F124}"/>
                    </a:ext>
                  </a:extLst>
                </p:cNvPr>
                <p:cNvSpPr/>
                <p:nvPr/>
              </p:nvSpPr>
              <p:spPr>
                <a:xfrm>
                  <a:off x="9598583" y="1002328"/>
                  <a:ext cx="233689" cy="285353"/>
                </a:xfrm>
                <a:prstGeom prst="ellipse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448BC3E3-4913-7F00-4D27-2B2E853AD53F}"/>
                    </a:ext>
                  </a:extLst>
                </p:cNvPr>
                <p:cNvSpPr/>
                <p:nvPr/>
              </p:nvSpPr>
              <p:spPr>
                <a:xfrm>
                  <a:off x="9481739" y="1002328"/>
                  <a:ext cx="233689" cy="285353"/>
                </a:xfrm>
                <a:prstGeom prst="ellipse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75" name="Teardrop 74">
                  <a:extLst>
                    <a:ext uri="{FF2B5EF4-FFF2-40B4-BE49-F238E27FC236}">
                      <a16:creationId xmlns:a16="http://schemas.microsoft.com/office/drawing/2014/main" id="{4C808C58-F2C3-D778-50EC-E39F76808CF3}"/>
                    </a:ext>
                  </a:extLst>
                </p:cNvPr>
                <p:cNvSpPr/>
                <p:nvPr/>
              </p:nvSpPr>
              <p:spPr>
                <a:xfrm rot="1024920" flipV="1">
                  <a:off x="9515398" y="978542"/>
                  <a:ext cx="166373" cy="69157"/>
                </a:xfrm>
                <a:prstGeom prst="teardrop">
                  <a:avLst>
                    <a:gd name="adj" fmla="val 135873"/>
                  </a:avLst>
                </a:prstGeom>
                <a:solidFill>
                  <a:srgbClr val="777777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sp>
            <p:nvSpPr>
              <p:cNvPr id="68" name="Star: 5 Points 67">
                <a:extLst>
                  <a:ext uri="{FF2B5EF4-FFF2-40B4-BE49-F238E27FC236}">
                    <a16:creationId xmlns:a16="http://schemas.microsoft.com/office/drawing/2014/main" id="{7F314749-7D96-1617-B2CE-7464DCBC5D16}"/>
                  </a:ext>
                </a:extLst>
              </p:cNvPr>
              <p:cNvSpPr/>
              <p:nvPr/>
            </p:nvSpPr>
            <p:spPr>
              <a:xfrm>
                <a:off x="6077659" y="2318885"/>
                <a:ext cx="327148" cy="327148"/>
              </a:xfrm>
              <a:prstGeom prst="star5">
                <a:avLst/>
              </a:pr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C47AAE02-5F9A-0359-4E8C-95C21CB9BC13}"/>
                  </a:ext>
                </a:extLst>
              </p:cNvPr>
              <p:cNvSpPr/>
              <p:nvPr/>
            </p:nvSpPr>
            <p:spPr>
              <a:xfrm flipV="1">
                <a:off x="6635205" y="2794523"/>
                <a:ext cx="76043" cy="7604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0E655C86-84CF-1531-9674-1FE8BF9D49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374738" y="2612272"/>
                <a:ext cx="285242" cy="203190"/>
              </a:xfrm>
              <a:prstGeom prst="straightConnector1">
                <a:avLst/>
              </a:prstGeom>
              <a:ln>
                <a:solidFill>
                  <a:srgbClr val="333333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73923CA7-493D-81AB-D294-AD217782B5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3226" y="2829645"/>
                <a:ext cx="410520" cy="132713"/>
              </a:xfrm>
              <a:prstGeom prst="straightConnector1">
                <a:avLst/>
              </a:prstGeom>
              <a:ln>
                <a:solidFill>
                  <a:srgbClr val="333333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BF525B26-F750-57F8-DBCB-605C70A9F8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3350" y="2832544"/>
                <a:ext cx="684219" cy="540911"/>
              </a:xfrm>
              <a:prstGeom prst="straightConnector1">
                <a:avLst/>
              </a:prstGeom>
              <a:ln>
                <a:solidFill>
                  <a:srgbClr val="333333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E1851EB8-0D3F-4BA4-B965-EEEB42590A2F}"/>
                </a:ext>
              </a:extLst>
            </p:cNvPr>
            <p:cNvGrpSpPr/>
            <p:nvPr/>
          </p:nvGrpSpPr>
          <p:grpSpPr>
            <a:xfrm>
              <a:off x="378788" y="2544866"/>
              <a:ext cx="2506686" cy="573626"/>
              <a:chOff x="9216758" y="2544866"/>
              <a:chExt cx="2506686" cy="573626"/>
            </a:xfrm>
          </p:grpSpPr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50E42397-468B-9F32-7473-9BF97815A1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16758" y="2832544"/>
                <a:ext cx="2506686" cy="0"/>
              </a:xfrm>
              <a:prstGeom prst="straightConnector1">
                <a:avLst/>
              </a:prstGeom>
              <a:ln>
                <a:solidFill>
                  <a:srgbClr val="00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40AAF69C-3FD5-B3A2-4219-4D03394E42B7}"/>
                  </a:ext>
                </a:extLst>
              </p:cNvPr>
              <p:cNvSpPr/>
              <p:nvPr/>
            </p:nvSpPr>
            <p:spPr>
              <a:xfrm>
                <a:off x="11229098" y="2887883"/>
                <a:ext cx="230609" cy="230609"/>
              </a:xfrm>
              <a:prstGeom prst="ellipse">
                <a:avLst/>
              </a:prstGeom>
              <a:noFill/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F0F74314-0079-AF3A-80AA-0EDEE1D0035A}"/>
                  </a:ext>
                </a:extLst>
              </p:cNvPr>
              <p:cNvSpPr/>
              <p:nvPr/>
            </p:nvSpPr>
            <p:spPr>
              <a:xfrm>
                <a:off x="10782221" y="2563211"/>
                <a:ext cx="230609" cy="196019"/>
              </a:xfrm>
              <a:prstGeom prst="ellipse">
                <a:avLst/>
              </a:prstGeom>
              <a:noFill/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2" name="Isosceles Triangle 81">
                <a:extLst>
                  <a:ext uri="{FF2B5EF4-FFF2-40B4-BE49-F238E27FC236}">
                    <a16:creationId xmlns:a16="http://schemas.microsoft.com/office/drawing/2014/main" id="{B537E697-3D70-5275-C668-40035B81391F}"/>
                  </a:ext>
                </a:extLst>
              </p:cNvPr>
              <p:cNvSpPr/>
              <p:nvPr/>
            </p:nvSpPr>
            <p:spPr>
              <a:xfrm>
                <a:off x="9356143" y="2544866"/>
                <a:ext cx="230610" cy="198802"/>
              </a:xfrm>
              <a:prstGeom prst="triangle">
                <a:avLst/>
              </a:prstGeom>
              <a:noFill/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6B8F24B3-8A8A-EAAE-7224-97F36E7537AE}"/>
                  </a:ext>
                </a:extLst>
              </p:cNvPr>
              <p:cNvSpPr/>
              <p:nvPr/>
            </p:nvSpPr>
            <p:spPr>
              <a:xfrm flipV="1">
                <a:off x="10047999" y="2794523"/>
                <a:ext cx="76043" cy="7604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1A235035-B31A-41D2-DFE5-CD01FDAD131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586753" y="2661220"/>
                <a:ext cx="461246" cy="0"/>
              </a:xfrm>
              <a:prstGeom prst="straightConnector1">
                <a:avLst/>
              </a:prstGeom>
              <a:ln>
                <a:solidFill>
                  <a:srgbClr val="333333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372DF195-3C9E-ED1A-31D9-1AEA6BE6BA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86020" y="2661220"/>
                <a:ext cx="521020" cy="0"/>
              </a:xfrm>
              <a:prstGeom prst="straightConnector1">
                <a:avLst/>
              </a:prstGeom>
              <a:ln>
                <a:solidFill>
                  <a:srgbClr val="333333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80190828-014D-8929-A2D9-E1DCE8FDB0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86020" y="3003187"/>
                <a:ext cx="926810" cy="0"/>
              </a:xfrm>
              <a:prstGeom prst="straightConnector1">
                <a:avLst/>
              </a:prstGeom>
              <a:ln>
                <a:solidFill>
                  <a:srgbClr val="333333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0645762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arallelogram 29">
            <a:extLst>
              <a:ext uri="{FF2B5EF4-FFF2-40B4-BE49-F238E27FC236}">
                <a16:creationId xmlns:a16="http://schemas.microsoft.com/office/drawing/2014/main" id="{E3385A9D-1B92-523E-C42F-77C1F9BF88CF}"/>
              </a:ext>
            </a:extLst>
          </p:cNvPr>
          <p:cNvSpPr/>
          <p:nvPr/>
        </p:nvSpPr>
        <p:spPr>
          <a:xfrm>
            <a:off x="545993" y="2584526"/>
            <a:ext cx="5366758" cy="1712330"/>
          </a:xfrm>
          <a:prstGeom prst="parallelogram">
            <a:avLst>
              <a:gd name="adj" fmla="val 89967"/>
            </a:avLst>
          </a:prstGeom>
          <a:gradFill flip="none" rotWithShape="1">
            <a:gsLst>
              <a:gs pos="0">
                <a:srgbClr val="DDDDDD">
                  <a:shade val="30000"/>
                  <a:satMod val="115000"/>
                </a:srgbClr>
              </a:gs>
              <a:gs pos="100000">
                <a:srgbClr val="DDDDDD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5595520C-A575-171C-3513-7A3F67D9F075}"/>
              </a:ext>
            </a:extLst>
          </p:cNvPr>
          <p:cNvCxnSpPr>
            <a:cxnSpLocks/>
          </p:cNvCxnSpPr>
          <p:nvPr/>
        </p:nvCxnSpPr>
        <p:spPr>
          <a:xfrm>
            <a:off x="2185161" y="3129900"/>
            <a:ext cx="2558305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F9D1632-C4E8-0525-CF01-8A88552E49E6}"/>
              </a:ext>
            </a:extLst>
          </p:cNvPr>
          <p:cNvCxnSpPr>
            <a:cxnSpLocks/>
          </p:cNvCxnSpPr>
          <p:nvPr/>
        </p:nvCxnSpPr>
        <p:spPr>
          <a:xfrm flipV="1">
            <a:off x="2710261" y="1064533"/>
            <a:ext cx="0" cy="2450893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B824F87-D9D8-85B5-D45F-86753B0AD731}"/>
              </a:ext>
            </a:extLst>
          </p:cNvPr>
          <p:cNvCxnSpPr>
            <a:cxnSpLocks/>
          </p:cNvCxnSpPr>
          <p:nvPr/>
        </p:nvCxnSpPr>
        <p:spPr>
          <a:xfrm flipV="1">
            <a:off x="2710260" y="2221480"/>
            <a:ext cx="1912399" cy="908420"/>
          </a:xfrm>
          <a:prstGeom prst="straightConnector1">
            <a:avLst/>
          </a:prstGeom>
          <a:ln w="38100">
            <a:solidFill>
              <a:srgbClr val="EE000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F468051-5914-0A48-B6FD-6253F6EE272D}"/>
              </a:ext>
            </a:extLst>
          </p:cNvPr>
          <p:cNvCxnSpPr>
            <a:cxnSpLocks/>
          </p:cNvCxnSpPr>
          <p:nvPr/>
        </p:nvCxnSpPr>
        <p:spPr>
          <a:xfrm flipV="1">
            <a:off x="2710260" y="2073715"/>
            <a:ext cx="519112" cy="1056185"/>
          </a:xfrm>
          <a:prstGeom prst="straightConnector1">
            <a:avLst/>
          </a:prstGeom>
          <a:ln w="38100">
            <a:solidFill>
              <a:srgbClr val="FFC00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2C8BE9F1-1BDD-0D5A-F7BA-BAC85990DF8E}"/>
              </a:ext>
            </a:extLst>
          </p:cNvPr>
          <p:cNvSpPr/>
          <p:nvPr/>
        </p:nvSpPr>
        <p:spPr>
          <a:xfrm>
            <a:off x="2710260" y="3104317"/>
            <a:ext cx="25583" cy="2558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EA1B31-91B2-9250-596D-8F0442EA9AC4}"/>
              </a:ext>
            </a:extLst>
          </p:cNvPr>
          <p:cNvSpPr txBox="1"/>
          <p:nvPr/>
        </p:nvSpPr>
        <p:spPr>
          <a:xfrm>
            <a:off x="4539684" y="1842883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2400"/>
            </a:lvl1pPr>
          </a:lstStyle>
          <a:p>
            <a:r>
              <a:rPr lang="ja-JP" altLang="en-US" dirty="0"/>
              <a:t>🍎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5EFF72-48FD-ADE7-A357-D29BDD5E1ED6}"/>
              </a:ext>
            </a:extLst>
          </p:cNvPr>
          <p:cNvSpPr txBox="1"/>
          <p:nvPr/>
        </p:nvSpPr>
        <p:spPr>
          <a:xfrm>
            <a:off x="3124175" y="1721919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2400"/>
            </a:lvl1pPr>
          </a:lstStyle>
          <a:p>
            <a:r>
              <a:rPr lang="ja-JP" altLang="en-US" dirty="0"/>
              <a:t>🍊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55137C3-9938-68B7-00CC-C0A96CFD8B9D}"/>
              </a:ext>
            </a:extLst>
          </p:cNvPr>
          <p:cNvCxnSpPr>
            <a:cxnSpLocks/>
          </p:cNvCxnSpPr>
          <p:nvPr/>
        </p:nvCxnSpPr>
        <p:spPr>
          <a:xfrm flipH="1">
            <a:off x="1908379" y="2833989"/>
            <a:ext cx="1077654" cy="1186011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2C74E33-9964-E153-6227-145AB7AF7D0D}"/>
              </a:ext>
            </a:extLst>
          </p:cNvPr>
          <p:cNvCxnSpPr>
            <a:cxnSpLocks/>
          </p:cNvCxnSpPr>
          <p:nvPr/>
        </p:nvCxnSpPr>
        <p:spPr>
          <a:xfrm flipH="1" flipV="1">
            <a:off x="2185161" y="2343684"/>
            <a:ext cx="537890" cy="802947"/>
          </a:xfrm>
          <a:prstGeom prst="straightConnector1">
            <a:avLst/>
          </a:prstGeom>
          <a:ln w="38100">
            <a:solidFill>
              <a:srgbClr val="0066FF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Star: 5 Points 33">
            <a:extLst>
              <a:ext uri="{FF2B5EF4-FFF2-40B4-BE49-F238E27FC236}">
                <a16:creationId xmlns:a16="http://schemas.microsoft.com/office/drawing/2014/main" id="{B3AB6D58-817F-30E7-9677-43D6122E6EA9}"/>
              </a:ext>
            </a:extLst>
          </p:cNvPr>
          <p:cNvSpPr/>
          <p:nvPr/>
        </p:nvSpPr>
        <p:spPr>
          <a:xfrm>
            <a:off x="1799262" y="2063706"/>
            <a:ext cx="385898" cy="385898"/>
          </a:xfrm>
          <a:prstGeom prst="star5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3A37A53-9AE9-7E38-F3D0-309CD6928370}"/>
              </a:ext>
            </a:extLst>
          </p:cNvPr>
          <p:cNvCxnSpPr>
            <a:cxnSpLocks/>
          </p:cNvCxnSpPr>
          <p:nvPr/>
        </p:nvCxnSpPr>
        <p:spPr>
          <a:xfrm>
            <a:off x="4613422" y="2256655"/>
            <a:ext cx="0" cy="1470174"/>
          </a:xfrm>
          <a:prstGeom prst="line">
            <a:avLst/>
          </a:prstGeom>
          <a:ln w="19050">
            <a:solidFill>
              <a:srgbClr val="0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20CF0D1-3AD2-1EE8-D95A-48472CAC7F12}"/>
              </a:ext>
            </a:extLst>
          </p:cNvPr>
          <p:cNvCxnSpPr>
            <a:cxnSpLocks/>
          </p:cNvCxnSpPr>
          <p:nvPr/>
        </p:nvCxnSpPr>
        <p:spPr>
          <a:xfrm>
            <a:off x="3229372" y="2073715"/>
            <a:ext cx="0" cy="1353279"/>
          </a:xfrm>
          <a:prstGeom prst="line">
            <a:avLst/>
          </a:prstGeom>
          <a:ln w="19050">
            <a:solidFill>
              <a:srgbClr val="0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1956A0D-E8E8-ED8E-BF44-6FB407794831}"/>
              </a:ext>
            </a:extLst>
          </p:cNvPr>
          <p:cNvCxnSpPr>
            <a:cxnSpLocks/>
          </p:cNvCxnSpPr>
          <p:nvPr/>
        </p:nvCxnSpPr>
        <p:spPr>
          <a:xfrm>
            <a:off x="2202954" y="2343684"/>
            <a:ext cx="0" cy="637503"/>
          </a:xfrm>
          <a:prstGeom prst="line">
            <a:avLst/>
          </a:prstGeom>
          <a:ln w="19050">
            <a:solidFill>
              <a:srgbClr val="0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FBBC87FA-7617-CA3F-8CC0-8B05AB309DD9}"/>
              </a:ext>
            </a:extLst>
          </p:cNvPr>
          <p:cNvSpPr txBox="1"/>
          <p:nvPr/>
        </p:nvSpPr>
        <p:spPr>
          <a:xfrm>
            <a:off x="8009276" y="1039578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2400"/>
            </a:lvl1pPr>
          </a:lstStyle>
          <a:p>
            <a:r>
              <a:rPr lang="ja-JP" altLang="en-US" dirty="0"/>
              <a:t>🍎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62F738F-B1B1-3854-AF9F-8BB7DBB55505}"/>
              </a:ext>
            </a:extLst>
          </p:cNvPr>
          <p:cNvSpPr txBox="1"/>
          <p:nvPr/>
        </p:nvSpPr>
        <p:spPr>
          <a:xfrm>
            <a:off x="6593767" y="918614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2400"/>
            </a:lvl1pPr>
          </a:lstStyle>
          <a:p>
            <a:r>
              <a:rPr lang="ja-JP" altLang="en-US" dirty="0"/>
              <a:t>🍊</a:t>
            </a:r>
          </a:p>
        </p:txBody>
      </p:sp>
      <p:sp>
        <p:nvSpPr>
          <p:cNvPr id="46" name="Star: 5 Points 45">
            <a:extLst>
              <a:ext uri="{FF2B5EF4-FFF2-40B4-BE49-F238E27FC236}">
                <a16:creationId xmlns:a16="http://schemas.microsoft.com/office/drawing/2014/main" id="{1559DCEF-710F-9A53-F37E-B3419E427730}"/>
              </a:ext>
            </a:extLst>
          </p:cNvPr>
          <p:cNvSpPr/>
          <p:nvPr/>
        </p:nvSpPr>
        <p:spPr>
          <a:xfrm>
            <a:off x="7201626" y="1887555"/>
            <a:ext cx="385898" cy="385898"/>
          </a:xfrm>
          <a:prstGeom prst="star5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168B717-059F-5E1E-6AFD-3D066C6EAB02}"/>
              </a:ext>
            </a:extLst>
          </p:cNvPr>
          <p:cNvGrpSpPr/>
          <p:nvPr/>
        </p:nvGrpSpPr>
        <p:grpSpPr>
          <a:xfrm>
            <a:off x="7015643" y="3403208"/>
            <a:ext cx="385898" cy="309139"/>
            <a:chOff x="7015643" y="3403208"/>
            <a:chExt cx="385898" cy="309139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6C64951A-8403-92F5-BB57-0306DA8CC789}"/>
                </a:ext>
              </a:extLst>
            </p:cNvPr>
            <p:cNvSpPr/>
            <p:nvPr/>
          </p:nvSpPr>
          <p:spPr>
            <a:xfrm>
              <a:off x="7015643" y="3426994"/>
              <a:ext cx="385898" cy="285353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" name="Teardrop 47">
              <a:extLst>
                <a:ext uri="{FF2B5EF4-FFF2-40B4-BE49-F238E27FC236}">
                  <a16:creationId xmlns:a16="http://schemas.microsoft.com/office/drawing/2014/main" id="{D907E828-5916-71EA-6F03-4C877A83AC98}"/>
                </a:ext>
              </a:extLst>
            </p:cNvPr>
            <p:cNvSpPr/>
            <p:nvPr/>
          </p:nvSpPr>
          <p:spPr>
            <a:xfrm rot="1024920" flipV="1">
              <a:off x="7022131" y="3403208"/>
              <a:ext cx="166373" cy="69157"/>
            </a:xfrm>
            <a:prstGeom prst="teardrop">
              <a:avLst>
                <a:gd name="adj" fmla="val 135873"/>
              </a:avLst>
            </a:prstGeom>
            <a:solidFill>
              <a:srgbClr val="008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577D858-F685-2C78-8538-242EDED588AA}"/>
              </a:ext>
            </a:extLst>
          </p:cNvPr>
          <p:cNvGrpSpPr/>
          <p:nvPr/>
        </p:nvGrpSpPr>
        <p:grpSpPr>
          <a:xfrm>
            <a:off x="8589964" y="3403208"/>
            <a:ext cx="350533" cy="309139"/>
            <a:chOff x="8589964" y="3403208"/>
            <a:chExt cx="350533" cy="309139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589761ED-081A-86B9-AD57-A66253A1E92D}"/>
                </a:ext>
              </a:extLst>
            </p:cNvPr>
            <p:cNvSpPr/>
            <p:nvPr/>
          </p:nvSpPr>
          <p:spPr>
            <a:xfrm>
              <a:off x="8706808" y="3426994"/>
              <a:ext cx="233689" cy="285353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4AB752D-290A-F894-40A7-7E34E69FEFB3}"/>
                </a:ext>
              </a:extLst>
            </p:cNvPr>
            <p:cNvSpPr/>
            <p:nvPr/>
          </p:nvSpPr>
          <p:spPr>
            <a:xfrm>
              <a:off x="8589964" y="3426994"/>
              <a:ext cx="233689" cy="285353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" name="Teardrop 49">
              <a:extLst>
                <a:ext uri="{FF2B5EF4-FFF2-40B4-BE49-F238E27FC236}">
                  <a16:creationId xmlns:a16="http://schemas.microsoft.com/office/drawing/2014/main" id="{9F620292-5058-1352-D3EA-E830173ED3F4}"/>
                </a:ext>
              </a:extLst>
            </p:cNvPr>
            <p:cNvSpPr/>
            <p:nvPr/>
          </p:nvSpPr>
          <p:spPr>
            <a:xfrm rot="1024920" flipV="1">
              <a:off x="8623623" y="3403208"/>
              <a:ext cx="166373" cy="69157"/>
            </a:xfrm>
            <a:prstGeom prst="teardrop">
              <a:avLst>
                <a:gd name="adj" fmla="val 135873"/>
              </a:avLst>
            </a:prstGeom>
            <a:solidFill>
              <a:srgbClr val="008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442485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26843-7A23-ECEE-0A03-6E84E1EC7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arallelogram 29">
            <a:extLst>
              <a:ext uri="{FF2B5EF4-FFF2-40B4-BE49-F238E27FC236}">
                <a16:creationId xmlns:a16="http://schemas.microsoft.com/office/drawing/2014/main" id="{F07560B1-6EC1-CFA4-D822-3AF7E84E7679}"/>
              </a:ext>
            </a:extLst>
          </p:cNvPr>
          <p:cNvSpPr/>
          <p:nvPr/>
        </p:nvSpPr>
        <p:spPr>
          <a:xfrm>
            <a:off x="545993" y="2584526"/>
            <a:ext cx="5366758" cy="1712330"/>
          </a:xfrm>
          <a:prstGeom prst="parallelogram">
            <a:avLst>
              <a:gd name="adj" fmla="val 89967"/>
            </a:avLst>
          </a:prstGeom>
          <a:gradFill flip="none" rotWithShape="1">
            <a:gsLst>
              <a:gs pos="0">
                <a:srgbClr val="DDDDDD">
                  <a:shade val="30000"/>
                  <a:satMod val="115000"/>
                </a:srgbClr>
              </a:gs>
              <a:gs pos="100000">
                <a:srgbClr val="DDDDDD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952C13FA-9D42-1DD9-63D0-3506C9235D6F}"/>
              </a:ext>
            </a:extLst>
          </p:cNvPr>
          <p:cNvCxnSpPr>
            <a:cxnSpLocks/>
          </p:cNvCxnSpPr>
          <p:nvPr/>
        </p:nvCxnSpPr>
        <p:spPr>
          <a:xfrm>
            <a:off x="2185161" y="3129900"/>
            <a:ext cx="2558305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BE7E7D5-4516-701E-273E-EC5FB30E49C5}"/>
              </a:ext>
            </a:extLst>
          </p:cNvPr>
          <p:cNvCxnSpPr>
            <a:cxnSpLocks/>
          </p:cNvCxnSpPr>
          <p:nvPr/>
        </p:nvCxnSpPr>
        <p:spPr>
          <a:xfrm flipV="1">
            <a:off x="2710261" y="1064533"/>
            <a:ext cx="0" cy="2450893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610A50E-086B-31FA-203F-CAD6FCB0C0A7}"/>
              </a:ext>
            </a:extLst>
          </p:cNvPr>
          <p:cNvCxnSpPr>
            <a:cxnSpLocks/>
          </p:cNvCxnSpPr>
          <p:nvPr/>
        </p:nvCxnSpPr>
        <p:spPr>
          <a:xfrm flipV="1">
            <a:off x="2710260" y="2221480"/>
            <a:ext cx="1912399" cy="908420"/>
          </a:xfrm>
          <a:prstGeom prst="straightConnector1">
            <a:avLst/>
          </a:prstGeom>
          <a:ln w="38100">
            <a:solidFill>
              <a:srgbClr val="EE000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C4E4845-0A0B-3005-8336-8936BF86D79D}"/>
              </a:ext>
            </a:extLst>
          </p:cNvPr>
          <p:cNvCxnSpPr>
            <a:cxnSpLocks/>
          </p:cNvCxnSpPr>
          <p:nvPr/>
        </p:nvCxnSpPr>
        <p:spPr>
          <a:xfrm flipV="1">
            <a:off x="2710260" y="2073715"/>
            <a:ext cx="519112" cy="1056185"/>
          </a:xfrm>
          <a:prstGeom prst="straightConnector1">
            <a:avLst/>
          </a:prstGeom>
          <a:ln w="38100">
            <a:solidFill>
              <a:srgbClr val="FFC000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EDD09774-5370-458D-D553-31AFFB565E01}"/>
              </a:ext>
            </a:extLst>
          </p:cNvPr>
          <p:cNvSpPr/>
          <p:nvPr/>
        </p:nvSpPr>
        <p:spPr>
          <a:xfrm>
            <a:off x="2710260" y="3104317"/>
            <a:ext cx="25583" cy="2558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52C264-5BDC-376E-58C6-7E07DCA14FAB}"/>
              </a:ext>
            </a:extLst>
          </p:cNvPr>
          <p:cNvSpPr txBox="1"/>
          <p:nvPr/>
        </p:nvSpPr>
        <p:spPr>
          <a:xfrm>
            <a:off x="4539684" y="1842883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2400"/>
            </a:lvl1pPr>
          </a:lstStyle>
          <a:p>
            <a:r>
              <a:rPr lang="ja-JP" altLang="en-US" dirty="0"/>
              <a:t>🍎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824668-3467-6198-C026-B45F6150D2BC}"/>
              </a:ext>
            </a:extLst>
          </p:cNvPr>
          <p:cNvSpPr txBox="1"/>
          <p:nvPr/>
        </p:nvSpPr>
        <p:spPr>
          <a:xfrm>
            <a:off x="3124175" y="1721919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2400"/>
            </a:lvl1pPr>
          </a:lstStyle>
          <a:p>
            <a:r>
              <a:rPr lang="ja-JP" altLang="en-US" dirty="0"/>
              <a:t>🍊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F1E3531-55B6-CBC0-FC92-EA369D0E555E}"/>
              </a:ext>
            </a:extLst>
          </p:cNvPr>
          <p:cNvCxnSpPr>
            <a:cxnSpLocks/>
          </p:cNvCxnSpPr>
          <p:nvPr/>
        </p:nvCxnSpPr>
        <p:spPr>
          <a:xfrm flipH="1">
            <a:off x="1908379" y="2833989"/>
            <a:ext cx="1077654" cy="1186011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AB0848F-11F3-0E25-17CC-1623546258E6}"/>
              </a:ext>
            </a:extLst>
          </p:cNvPr>
          <p:cNvCxnSpPr>
            <a:cxnSpLocks/>
          </p:cNvCxnSpPr>
          <p:nvPr/>
        </p:nvCxnSpPr>
        <p:spPr>
          <a:xfrm flipH="1" flipV="1">
            <a:off x="2185161" y="2343684"/>
            <a:ext cx="537890" cy="802947"/>
          </a:xfrm>
          <a:prstGeom prst="straightConnector1">
            <a:avLst/>
          </a:prstGeom>
          <a:ln w="38100">
            <a:solidFill>
              <a:srgbClr val="0066FF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Star: 5 Points 33">
            <a:extLst>
              <a:ext uri="{FF2B5EF4-FFF2-40B4-BE49-F238E27FC236}">
                <a16:creationId xmlns:a16="http://schemas.microsoft.com/office/drawing/2014/main" id="{3691AF22-54A3-8061-1ECA-3FD93505D7B9}"/>
              </a:ext>
            </a:extLst>
          </p:cNvPr>
          <p:cNvSpPr/>
          <p:nvPr/>
        </p:nvSpPr>
        <p:spPr>
          <a:xfrm>
            <a:off x="1799262" y="2063706"/>
            <a:ext cx="385898" cy="385898"/>
          </a:xfrm>
          <a:prstGeom prst="star5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7386278-BA29-81E1-9939-4704327EA1D0}"/>
              </a:ext>
            </a:extLst>
          </p:cNvPr>
          <p:cNvCxnSpPr>
            <a:cxnSpLocks/>
          </p:cNvCxnSpPr>
          <p:nvPr/>
        </p:nvCxnSpPr>
        <p:spPr>
          <a:xfrm>
            <a:off x="4613422" y="2256655"/>
            <a:ext cx="0" cy="1470174"/>
          </a:xfrm>
          <a:prstGeom prst="line">
            <a:avLst/>
          </a:prstGeom>
          <a:ln w="19050">
            <a:solidFill>
              <a:srgbClr val="0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72E9744-F10A-3D1E-5E6B-585639FFB409}"/>
              </a:ext>
            </a:extLst>
          </p:cNvPr>
          <p:cNvCxnSpPr>
            <a:cxnSpLocks/>
          </p:cNvCxnSpPr>
          <p:nvPr/>
        </p:nvCxnSpPr>
        <p:spPr>
          <a:xfrm>
            <a:off x="3229372" y="2073715"/>
            <a:ext cx="0" cy="1353279"/>
          </a:xfrm>
          <a:prstGeom prst="line">
            <a:avLst/>
          </a:prstGeom>
          <a:ln w="19050">
            <a:solidFill>
              <a:srgbClr val="0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EA70DBF-10A4-C402-C1DC-F57B80A8868D}"/>
              </a:ext>
            </a:extLst>
          </p:cNvPr>
          <p:cNvCxnSpPr>
            <a:cxnSpLocks/>
          </p:cNvCxnSpPr>
          <p:nvPr/>
        </p:nvCxnSpPr>
        <p:spPr>
          <a:xfrm>
            <a:off x="2202954" y="2343684"/>
            <a:ext cx="0" cy="637503"/>
          </a:xfrm>
          <a:prstGeom prst="line">
            <a:avLst/>
          </a:prstGeom>
          <a:ln w="19050">
            <a:solidFill>
              <a:srgbClr val="0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BEB9D74-D613-5CE4-D987-20D5B039D76B}"/>
              </a:ext>
            </a:extLst>
          </p:cNvPr>
          <p:cNvCxnSpPr>
            <a:cxnSpLocks/>
          </p:cNvCxnSpPr>
          <p:nvPr/>
        </p:nvCxnSpPr>
        <p:spPr>
          <a:xfrm>
            <a:off x="8993529" y="1644843"/>
            <a:ext cx="0" cy="2652013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BB58FAE-EF7D-3113-0214-39AA4BA71F37}"/>
              </a:ext>
            </a:extLst>
          </p:cNvPr>
          <p:cNvCxnSpPr>
            <a:cxnSpLocks/>
          </p:cNvCxnSpPr>
          <p:nvPr/>
        </p:nvCxnSpPr>
        <p:spPr>
          <a:xfrm>
            <a:off x="7515107" y="2970849"/>
            <a:ext cx="2956845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38A14EA-220C-C59E-6165-3DE20DCE9381}"/>
              </a:ext>
            </a:extLst>
          </p:cNvPr>
          <p:cNvGrpSpPr/>
          <p:nvPr/>
        </p:nvGrpSpPr>
        <p:grpSpPr>
          <a:xfrm>
            <a:off x="9256775" y="3205725"/>
            <a:ext cx="385898" cy="309139"/>
            <a:chOff x="7907418" y="978542"/>
            <a:chExt cx="385898" cy="309139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9F8F8E6-7581-70B3-6879-E0B7B9C570C2}"/>
                </a:ext>
              </a:extLst>
            </p:cNvPr>
            <p:cNvSpPr/>
            <p:nvPr/>
          </p:nvSpPr>
          <p:spPr>
            <a:xfrm>
              <a:off x="7907418" y="1002328"/>
              <a:ext cx="385898" cy="285353"/>
            </a:xfrm>
            <a:prstGeom prst="ellipse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Teardrop 25">
              <a:extLst>
                <a:ext uri="{FF2B5EF4-FFF2-40B4-BE49-F238E27FC236}">
                  <a16:creationId xmlns:a16="http://schemas.microsoft.com/office/drawing/2014/main" id="{8B0A92C5-BA2C-ED24-09D7-361A900D72C1}"/>
                </a:ext>
              </a:extLst>
            </p:cNvPr>
            <p:cNvSpPr/>
            <p:nvPr/>
          </p:nvSpPr>
          <p:spPr>
            <a:xfrm rot="1024920" flipV="1">
              <a:off x="7913906" y="978542"/>
              <a:ext cx="166373" cy="69157"/>
            </a:xfrm>
            <a:prstGeom prst="teardrop">
              <a:avLst>
                <a:gd name="adj" fmla="val 135873"/>
              </a:avLst>
            </a:prstGeom>
            <a:solidFill>
              <a:srgbClr val="77777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D379677-3FB0-AE14-7016-CB385768EA52}"/>
              </a:ext>
            </a:extLst>
          </p:cNvPr>
          <p:cNvGrpSpPr/>
          <p:nvPr/>
        </p:nvGrpSpPr>
        <p:grpSpPr>
          <a:xfrm>
            <a:off x="9933088" y="3479283"/>
            <a:ext cx="350533" cy="309139"/>
            <a:chOff x="9481739" y="978542"/>
            <a:chExt cx="350533" cy="309139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47AD786-883F-63A2-402E-B9D260350807}"/>
                </a:ext>
              </a:extLst>
            </p:cNvPr>
            <p:cNvSpPr/>
            <p:nvPr/>
          </p:nvSpPr>
          <p:spPr>
            <a:xfrm>
              <a:off x="9598583" y="1002328"/>
              <a:ext cx="233689" cy="285353"/>
            </a:xfrm>
            <a:prstGeom prst="ellipse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0B843B1-EBC8-88A9-8447-F40E5D46C014}"/>
                </a:ext>
              </a:extLst>
            </p:cNvPr>
            <p:cNvSpPr/>
            <p:nvPr/>
          </p:nvSpPr>
          <p:spPr>
            <a:xfrm>
              <a:off x="9481739" y="1002328"/>
              <a:ext cx="233689" cy="285353"/>
            </a:xfrm>
            <a:prstGeom prst="ellipse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Teardrop 31">
              <a:extLst>
                <a:ext uri="{FF2B5EF4-FFF2-40B4-BE49-F238E27FC236}">
                  <a16:creationId xmlns:a16="http://schemas.microsoft.com/office/drawing/2014/main" id="{D5D5974F-85E2-2980-3BC8-7354D38DB8E0}"/>
                </a:ext>
              </a:extLst>
            </p:cNvPr>
            <p:cNvSpPr/>
            <p:nvPr/>
          </p:nvSpPr>
          <p:spPr>
            <a:xfrm rot="1024920" flipV="1">
              <a:off x="9515398" y="978542"/>
              <a:ext cx="166373" cy="69157"/>
            </a:xfrm>
            <a:prstGeom prst="teardrop">
              <a:avLst>
                <a:gd name="adj" fmla="val 135873"/>
              </a:avLst>
            </a:prstGeom>
            <a:solidFill>
              <a:srgbClr val="77777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CB179EF-95FC-CE18-34ED-18FB1D59BAF9}"/>
              </a:ext>
            </a:extLst>
          </p:cNvPr>
          <p:cNvSpPr/>
          <p:nvPr/>
        </p:nvSpPr>
        <p:spPr>
          <a:xfrm>
            <a:off x="8387115" y="2469823"/>
            <a:ext cx="385898" cy="385898"/>
          </a:xfrm>
          <a:prstGeom prst="star5">
            <a:avLst/>
          </a:prstGeom>
          <a:solidFill>
            <a:srgbClr val="B2B2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34B3BD04-F98E-44BC-3AAD-99259AAB6E62}"/>
              </a:ext>
            </a:extLst>
          </p:cNvPr>
          <p:cNvSpPr/>
          <p:nvPr/>
        </p:nvSpPr>
        <p:spPr>
          <a:xfrm>
            <a:off x="6568870" y="2670130"/>
            <a:ext cx="369711" cy="362036"/>
          </a:xfrm>
          <a:prstGeom prst="rightArrow">
            <a:avLst/>
          </a:prstGeom>
          <a:solidFill>
            <a:srgbClr val="B2B2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8606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A2368C7-FC02-ED54-34F9-41C702210EAC}"/>
              </a:ext>
            </a:extLst>
          </p:cNvPr>
          <p:cNvCxnSpPr>
            <a:cxnSpLocks/>
          </p:cNvCxnSpPr>
          <p:nvPr/>
        </p:nvCxnSpPr>
        <p:spPr>
          <a:xfrm>
            <a:off x="5575412" y="1335186"/>
            <a:ext cx="0" cy="3625232"/>
          </a:xfrm>
          <a:prstGeom prst="straightConnector1">
            <a:avLst/>
          </a:prstGeom>
          <a:ln w="38100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812C452-0E7F-0B4E-9F29-DBF09C61CB6D}"/>
              </a:ext>
            </a:extLst>
          </p:cNvPr>
          <p:cNvSpPr txBox="1"/>
          <p:nvPr/>
        </p:nvSpPr>
        <p:spPr>
          <a:xfrm>
            <a:off x="5136831" y="96585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外交的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2FFEDB-F257-4E61-918C-99870D8F9B1F}"/>
              </a:ext>
            </a:extLst>
          </p:cNvPr>
          <p:cNvSpPr txBox="1"/>
          <p:nvPr/>
        </p:nvSpPr>
        <p:spPr>
          <a:xfrm>
            <a:off x="5136831" y="496041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内向的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948B3DA-E4D9-29C9-0909-1BE35DF47B44}"/>
              </a:ext>
            </a:extLst>
          </p:cNvPr>
          <p:cNvGrpSpPr/>
          <p:nvPr/>
        </p:nvGrpSpPr>
        <p:grpSpPr>
          <a:xfrm>
            <a:off x="2885633" y="3072112"/>
            <a:ext cx="5379558" cy="369332"/>
            <a:chOff x="2885633" y="3072112"/>
            <a:chExt cx="5379558" cy="369332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21E3716-CE84-39A0-340B-ABA6062CF15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575412" y="1444163"/>
              <a:ext cx="0" cy="3625232"/>
            </a:xfrm>
            <a:prstGeom prst="straightConnector1">
              <a:avLst/>
            </a:prstGeom>
            <a:ln w="38100">
              <a:solidFill>
                <a:srgbClr val="000000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371B762-B1D6-7E39-F4DE-5F37E46619A3}"/>
                </a:ext>
              </a:extLst>
            </p:cNvPr>
            <p:cNvSpPr txBox="1"/>
            <p:nvPr/>
          </p:nvSpPr>
          <p:spPr>
            <a:xfrm>
              <a:off x="7388028" y="3072112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/>
                <a:t>直感的</a:t>
              </a:r>
              <a:endParaRPr kumimoji="1" lang="ja-JP" alt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28A5FAD-253C-5DA7-660B-5CB2994C3E5A}"/>
                </a:ext>
              </a:extLst>
            </p:cNvPr>
            <p:cNvSpPr txBox="1"/>
            <p:nvPr/>
          </p:nvSpPr>
          <p:spPr>
            <a:xfrm>
              <a:off x="2885633" y="3072112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論理的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DAA2098-9103-EC19-4080-FC5B5A506563}"/>
              </a:ext>
            </a:extLst>
          </p:cNvPr>
          <p:cNvSpPr txBox="1"/>
          <p:nvPr/>
        </p:nvSpPr>
        <p:spPr>
          <a:xfrm>
            <a:off x="6043139" y="211131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演出家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3B13EF-40E6-F44E-2C76-8BB1AF0A523D}"/>
              </a:ext>
            </a:extLst>
          </p:cNvPr>
          <p:cNvSpPr txBox="1"/>
          <p:nvPr/>
        </p:nvSpPr>
        <p:spPr>
          <a:xfrm>
            <a:off x="6043139" y="392393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求道者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1A2D6F-D293-79C2-0EBD-03C877795826}"/>
              </a:ext>
            </a:extLst>
          </p:cNvPr>
          <p:cNvSpPr txBox="1"/>
          <p:nvPr/>
        </p:nvSpPr>
        <p:spPr>
          <a:xfrm>
            <a:off x="4230522" y="211131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戦略家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28BD67-BBB5-6593-8C98-1AA6313CC4F6}"/>
              </a:ext>
            </a:extLst>
          </p:cNvPr>
          <p:cNvSpPr txBox="1"/>
          <p:nvPr/>
        </p:nvSpPr>
        <p:spPr>
          <a:xfrm>
            <a:off x="4230522" y="392393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研究者</a:t>
            </a:r>
          </a:p>
        </p:txBody>
      </p:sp>
    </p:spTree>
    <p:extLst>
      <p:ext uri="{BB962C8B-B14F-4D97-AF65-F5344CB8AC3E}">
        <p14:creationId xmlns:p14="http://schemas.microsoft.com/office/powerpoint/2010/main" val="21192415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97377C-D0D5-D3B9-1162-2736AC8D096C}"/>
              </a:ext>
            </a:extLst>
          </p:cNvPr>
          <p:cNvSpPr txBox="1"/>
          <p:nvPr/>
        </p:nvSpPr>
        <p:spPr>
          <a:xfrm>
            <a:off x="8009276" y="1039578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2400"/>
            </a:lvl1pPr>
          </a:lstStyle>
          <a:p>
            <a:r>
              <a:rPr lang="ja-JP" altLang="en-US" dirty="0"/>
              <a:t>🍎</a:t>
            </a:r>
          </a:p>
        </p:txBody>
      </p:sp>
    </p:spTree>
    <p:extLst>
      <p:ext uri="{BB962C8B-B14F-4D97-AF65-F5344CB8AC3E}">
        <p14:creationId xmlns:p14="http://schemas.microsoft.com/office/powerpoint/2010/main" val="3952799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rgbClr val="000000"/>
          </a:solidFill>
          <a:tailEnd type="non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649</TotalTime>
  <Words>146</Words>
  <Application>Microsoft Office PowerPoint</Application>
  <PresentationFormat>Widescreen</PresentationFormat>
  <Paragraphs>87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Yu Gothic UI</vt:lpstr>
      <vt:lpstr>游ゴシック</vt:lpstr>
      <vt:lpstr>游ゴシック Light</vt:lpstr>
      <vt:lpstr>Arial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GoodRelax</dc:creator>
  <cp:lastModifiedBy>GoodRelax</cp:lastModifiedBy>
  <cp:revision>38</cp:revision>
  <dcterms:created xsi:type="dcterms:W3CDTF">2026-02-13T23:37:55Z</dcterms:created>
  <dcterms:modified xsi:type="dcterms:W3CDTF">2026-02-15T06:26:58Z</dcterms:modified>
</cp:coreProperties>
</file>